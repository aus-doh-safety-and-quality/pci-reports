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5" Type="http://schemas.openxmlformats.org/officeDocument/2006/relationships/custom-properties" Target="docProps/custom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B8DB"/>
    <a:srgbClr val="EA7A67"/>
    <a:srgbClr val="AB1C23"/>
    <a:srgbClr val="5B8FC0"/>
    <a:srgbClr val="942260"/>
    <a:srgbClr val="ECA6CE"/>
    <a:srgbClr val="6F8BB8"/>
    <a:srgbClr val="A5236D"/>
    <a:srgbClr val="551B3C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DC7D8A-5337-4AAE-9935-D0A80B248513}" v="361" dt="2026-01-12T02:19:20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300" d="100"/>
          <a:sy n="300" d="100"/>
        </p:scale>
        <p:origin x="10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8" Type="http://schemas.microsoft.com/office/2015/10/relationships/revisionInfo" Target="revisionInfo.xml"/>
<Relationship Id="rId3" Type="http://schemas.openxmlformats.org/officeDocument/2006/relationships/presProps" Target="presProps.xml"/>
<Relationship Id="rId7" Type="http://schemas.microsoft.com/office/2016/11/relationships/changesInfo" Target="changesInfos/changesInfo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9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lett, Richard" userId="f751afb3-89ee-4adb-bf46-b352b62550b4" providerId="ADAL" clId="{DEA488FC-94AF-4063-9B1C-28C28240276E}"/>
    <pc:docChg chg="undo custSel addSld delSld modSld addMainMaster delMainMaster modMainMaster">
      <pc:chgData name="Gillett, Richard" userId="f751afb3-89ee-4adb-bf46-b352b62550b4" providerId="ADAL" clId="{DEA488FC-94AF-4063-9B1C-28C28240276E}" dt="2025-12-29T12:30:10.729" v="2709" actId="6549"/>
      <pc:docMkLst>
        <pc:docMk/>
      </pc:docMkLst>
      <pc:sldChg chg="addSp delSp modSp del mod">
        <pc:chgData name="Gillett, Richard" userId="f751afb3-89ee-4adb-bf46-b352b62550b4" providerId="ADAL" clId="{DEA488FC-94AF-4063-9B1C-28C28240276E}" dt="2025-12-15T12:37:58.584" v="686" actId="47"/>
        <pc:sldMkLst>
          <pc:docMk/>
          <pc:sldMk cId="44187874" sldId="256"/>
        </pc:sldMkLst>
      </pc:sldChg>
      <pc:sldChg chg="new del">
        <pc:chgData name="Gillett, Richard" userId="f751afb3-89ee-4adb-bf46-b352b62550b4" providerId="ADAL" clId="{DEA488FC-94AF-4063-9B1C-28C28240276E}" dt="2025-12-15T12:43:29.510" v="690" actId="47"/>
        <pc:sldMkLst>
          <pc:docMk/>
          <pc:sldMk cId="3478252300" sldId="257"/>
        </pc:sldMkLst>
      </pc:sldChg>
      <pc:sldChg chg="add del">
        <pc:chgData name="Gillett, Richard" userId="f751afb3-89ee-4adb-bf46-b352b62550b4" providerId="ADAL" clId="{DEA488FC-94AF-4063-9B1C-28C28240276E}" dt="2025-12-12T08:29:51.040" v="295" actId="47"/>
        <pc:sldMkLst>
          <pc:docMk/>
          <pc:sldMk cId="4108998800" sldId="257"/>
        </pc:sldMkLst>
      </pc:sldChg>
      <pc:sldChg chg="addSp delSp modSp new mod">
        <pc:chgData name="Gillett, Richard" userId="f751afb3-89ee-4adb-bf46-b352b62550b4" providerId="ADAL" clId="{DEA488FC-94AF-4063-9B1C-28C28240276E}" dt="2025-12-29T06:05:16.883" v="1671" actId="21"/>
        <pc:sldMkLst>
          <pc:docMk/>
          <pc:sldMk cId="4050248657" sldId="258"/>
        </pc:sldMkLst>
        <pc:spChg chg="mod">
          <ac:chgData name="Gillett, Richard" userId="f751afb3-89ee-4adb-bf46-b352b62550b4" providerId="ADAL" clId="{DEA488FC-94AF-4063-9B1C-28C28240276E}" dt="2025-12-15T12:39:28.813" v="689" actId="1076"/>
          <ac:spMkLst>
            <pc:docMk/>
            <pc:sldMk cId="4050248657" sldId="258"/>
            <ac:spMk id="4" creationId="{363DA828-FFB0-A7BA-2F8B-AF0D49FEE4F3}"/>
          </ac:spMkLst>
        </pc:spChg>
      </pc:sldChg>
      <pc:sldMasterChg chg="addSp delSp modSp mod modSldLayout">
        <pc:chgData name="Gillett, Richard" userId="f751afb3-89ee-4adb-bf46-b352b62550b4" providerId="ADAL" clId="{DEA488FC-94AF-4063-9B1C-28C28240276E}" dt="2025-12-29T12:30:10.729" v="2709" actId="6549"/>
        <pc:sldMasterMkLst>
          <pc:docMk/>
          <pc:sldMasterMk cId="2640799190" sldId="2147483660"/>
        </pc:sldMasterMkLst>
        <pc:spChg chg="add mod">
          <ac:chgData name="Gillett, Richard" userId="f751afb3-89ee-4adb-bf46-b352b62550b4" providerId="ADAL" clId="{DEA488FC-94AF-4063-9B1C-28C28240276E}" dt="2025-12-29T12:30:10.729" v="2709" actId="6549"/>
          <ac:spMkLst>
            <pc:docMk/>
            <pc:sldMasterMk cId="2640799190" sldId="2147483660"/>
            <ac:spMk id="14" creationId="{465D00C7-B8A6-3024-4A5D-41B448AA8CD8}"/>
          </ac:spMkLst>
        </pc:spChg>
        <pc:sldLayoutChg chg="addSp delSp modSp mod">
          <pc:chgData name="Gillett, Richard" userId="f751afb3-89ee-4adb-bf46-b352b62550b4" providerId="ADAL" clId="{DEA488FC-94AF-4063-9B1C-28C28240276E}" dt="2025-12-29T12:11:39.590" v="2678" actId="1036"/>
          <pc:sldLayoutMkLst>
            <pc:docMk/>
            <pc:sldMasterMk cId="2640799190" sldId="2147483660"/>
            <pc:sldLayoutMk cId="1363397331" sldId="2147483661"/>
          </pc:sldLayoutMkLst>
        </pc:sldLayoutChg>
      </pc:sldMasterChg>
      <pc:sldMasterChg chg="new del mod addSldLayout delSldLayout">
        <pc:chgData name="Gillett, Richard" userId="f751afb3-89ee-4adb-bf46-b352b62550b4" providerId="ADAL" clId="{DEA488FC-94AF-4063-9B1C-28C28240276E}" dt="2025-12-28T05:39:29.159" v="992" actId="6938"/>
        <pc:sldMasterMkLst>
          <pc:docMk/>
          <pc:sldMasterMk cId="1153310644" sldId="2147483662"/>
        </pc:sldMasterMkLst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3663374887" sldId="2147483663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65387835" sldId="2147483664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739824652" sldId="2147483665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826097363" sldId="2147483666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326132503" sldId="2147483667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501820431" sldId="2147483668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97151866" sldId="2147483669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687169999" sldId="2147483670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10086215" sldId="2147483671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341649398" sldId="2147483672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10891173" sldId="2147483673"/>
          </pc:sldLayoutMkLst>
        </pc:sldLayoutChg>
      </pc:sldMasterChg>
      <pc:sldMasterChg chg="new del mod addSldLayout">
        <pc:chgData name="Gillett, Richard" userId="f751afb3-89ee-4adb-bf46-b352b62550b4" providerId="ADAL" clId="{DEA488FC-94AF-4063-9B1C-28C28240276E}" dt="2025-12-19T01:00:52.114" v="694" actId="2696"/>
        <pc:sldMasterMkLst>
          <pc:docMk/>
          <pc:sldMasterMk cId="2336241063" sldId="2147483662"/>
        </pc:sldMasterMkLst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3279756636" sldId="2147483663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568819035" sldId="2147483664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366554991" sldId="2147483665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003099896" sldId="2147483666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203749154" sldId="2147483667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22332718" sldId="2147483668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661408711" sldId="2147483669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084902294" sldId="2147483670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402761395" sldId="2147483671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892790150" sldId="2147483672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62109487" sldId="2147483673"/>
          </pc:sldLayoutMkLst>
        </pc:sldLayoutChg>
      </pc:sldMasterChg>
      <pc:sldMasterChg chg="add del mod addSldLayout delSldLayout modSldLayout">
        <pc:chgData name="Gillett, Richard" userId="f751afb3-89ee-4adb-bf46-b352b62550b4" providerId="ADAL" clId="{DEA488FC-94AF-4063-9B1C-28C28240276E}" dt="2025-12-12T08:39:04.712" v="496" actId="2890"/>
        <pc:sldMasterMkLst>
          <pc:docMk/>
          <pc:sldMasterMk cId="3317877594" sldId="2147483662"/>
        </pc:sldMasterMkLst>
        <pc:sldLayoutChg chg="add del mod replId">
          <pc:chgData name="Gillett, Richard" userId="f751afb3-89ee-4adb-bf46-b352b62550b4" providerId="ADAL" clId="{DEA488FC-94AF-4063-9B1C-28C28240276E}" dt="2025-12-12T08:39:04.712" v="496" actId="2890"/>
          <pc:sldLayoutMkLst>
            <pc:docMk/>
            <pc:sldMasterMk cId="3317877594" sldId="2147483662"/>
            <pc:sldLayoutMk cId="2071558585" sldId="2147483663"/>
          </pc:sldLayoutMkLst>
        </pc:sldLayoutChg>
      </pc:sldMasterChg>
    </pc:docChg>
  </pc:docChgLst>
  <pc:docChgLst>
    <pc:chgData name="Gillett, Richard" userId="f751afb3-89ee-4adb-bf46-b352b62550b4" providerId="ADAL" clId="{E1DC7D8A-5337-4AAE-9935-D0A80B248513}"/>
    <pc:docChg chg="undo redo custSel modSld addMainMaster delMainMaster modMainMaster">
      <pc:chgData name="Gillett, Richard" userId="f751afb3-89ee-4adb-bf46-b352b62550b4" providerId="ADAL" clId="{E1DC7D8A-5337-4AAE-9935-D0A80B248513}" dt="2026-01-12T02:19:20.597" v="1006"/>
      <pc:docMkLst>
        <pc:docMk/>
      </pc:docMkLst>
      <pc:sldChg chg="modSp">
        <pc:chgData name="Gillett, Richard" userId="f751afb3-89ee-4adb-bf46-b352b62550b4" providerId="ADAL" clId="{E1DC7D8A-5337-4AAE-9935-D0A80B248513}" dt="2026-01-08T00:11:26.816" v="310" actId="478"/>
        <pc:sldMkLst>
          <pc:docMk/>
          <pc:sldMk cId="4050248657" sldId="258"/>
        </pc:sldMkLst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2" creationId="{F4F36A85-40C1-99E5-A3BA-3666774AE73E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5" creationId="{6CF5C07D-A98D-DF62-0C9B-BAA4238D66ED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6" creationId="{4D0EF5F5-7D75-0122-641F-0ACF5C0197B5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7" creationId="{62D50CFE-DF50-09A4-5E58-2ABFD4312156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8" creationId="{9C6C04CB-0A51-4268-896C-ADCF3E056A71}"/>
          </ac:spMkLst>
        </pc:spChg>
      </pc:sldChg>
      <pc:sldMasterChg chg="addSp delSp modSp mod modSldLayout">
        <pc:chgData name="Gillett, Richard" userId="f751afb3-89ee-4adb-bf46-b352b62550b4" providerId="ADAL" clId="{E1DC7D8A-5337-4AAE-9935-D0A80B248513}" dt="2026-01-12T02:19:20.597" v="1006"/>
        <pc:sldMasterMkLst>
          <pc:docMk/>
          <pc:sldMasterMk cId="2640799190" sldId="2147483660"/>
        </pc:sldMasterMkLst>
        <pc:spChg chg="add del mod">
          <ac:chgData name="Gillett, Richard" userId="f751afb3-89ee-4adb-bf46-b352b62550b4" providerId="ADAL" clId="{E1DC7D8A-5337-4AAE-9935-D0A80B248513}" dt="2026-01-12T02:11:25.288" v="911" actId="478"/>
          <ac:spMkLst>
            <pc:docMk/>
            <pc:sldMasterMk cId="2640799190" sldId="2147483660"/>
            <ac:spMk id="2" creationId="{C48FCBFA-DBF8-7394-5334-CC2B788C1F9B}"/>
          </ac:spMkLst>
        </pc:spChg>
        <pc:spChg chg="del mod">
          <ac:chgData name="Gillett, Richard" userId="f751afb3-89ee-4adb-bf46-b352b62550b4" providerId="ADAL" clId="{E1DC7D8A-5337-4AAE-9935-D0A80B248513}" dt="2026-01-12T02:11:50.489" v="915" actId="478"/>
          <ac:spMkLst>
            <pc:docMk/>
            <pc:sldMasterMk cId="2640799190" sldId="2147483660"/>
            <ac:spMk id="13" creationId="{A26F064D-C2C6-49D5-AA82-8DADACB5223A}"/>
          </ac:spMkLst>
        </pc:spChg>
        <pc:spChg chg="mod">
          <ac:chgData name="Gillett, Richard" userId="f751afb3-89ee-4adb-bf46-b352b62550b4" providerId="ADAL" clId="{E1DC7D8A-5337-4AAE-9935-D0A80B248513}" dt="2026-01-10T12:08:58.603" v="738" actId="20577"/>
          <ac:spMkLst>
            <pc:docMk/>
            <pc:sldMasterMk cId="2640799190" sldId="2147483660"/>
            <ac:spMk id="14" creationId="{465D00C7-B8A6-3024-4A5D-41B448AA8CD8}"/>
          </ac:spMkLst>
        </pc:spChg>
        <pc:picChg chg="add del mod modCrop">
          <ac:chgData name="Gillett, Richard" userId="f751afb3-89ee-4adb-bf46-b352b62550b4" providerId="ADAL" clId="{E1DC7D8A-5337-4AAE-9935-D0A80B248513}" dt="2026-01-12T02:19:20.597" v="1006"/>
          <ac:picMkLst>
            <pc:docMk/>
            <pc:sldMasterMk cId="2640799190" sldId="2147483660"/>
            <ac:picMk id="4" creationId="{51E7BF01-DAA0-96B3-CBE2-33C489A3AC33}"/>
          </ac:picMkLst>
        </pc:picChg>
        <pc:picChg chg="add mod">
          <ac:chgData name="Gillett, Richard" userId="f751afb3-89ee-4adb-bf46-b352b62550b4" providerId="ADAL" clId="{E1DC7D8A-5337-4AAE-9935-D0A80B248513}" dt="2026-01-12T02:13:26.369" v="966" actId="1037"/>
          <ac:picMkLst>
            <pc:docMk/>
            <pc:sldMasterMk cId="2640799190" sldId="2147483660"/>
            <ac:picMk id="1026" creationId="{950F8600-D76B-F4BC-D083-131E82D37775}"/>
          </ac:picMkLst>
        </pc:picChg>
        <pc:sldLayoutChg chg="addSp delSp modSp mod">
          <pc:chgData name="Gillett, Richard" userId="f751afb3-89ee-4adb-bf46-b352b62550b4" providerId="ADAL" clId="{E1DC7D8A-5337-4AAE-9935-D0A80B248513}" dt="2026-01-12T02:12:10.873" v="917" actId="14100"/>
          <pc:sldLayoutMkLst>
            <pc:docMk/>
            <pc:sldMasterMk cId="2640799190" sldId="2147483660"/>
            <pc:sldLayoutMk cId="1363397331" sldId="2147483661"/>
          </pc:sldLayoutMkLst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15" creationId="{0CFD3C25-6057-A68F-D7E4-8752A2F67E93}"/>
            </ac:spMkLst>
          </pc:spChg>
          <pc:spChg chg="mod">
            <ac:chgData name="Gillett, Richard" userId="f751afb3-89ee-4adb-bf46-b352b62550b4" providerId="ADAL" clId="{E1DC7D8A-5337-4AAE-9935-D0A80B248513}" dt="2026-01-10T11:49:48.696" v="648" actId="1038"/>
            <ac:spMkLst>
              <pc:docMk/>
              <pc:sldMasterMk cId="2640799190" sldId="2147483660"/>
              <pc:sldLayoutMk cId="1363397331" sldId="2147483661"/>
              <ac:spMk id="17" creationId="{E153B05D-1487-8051-2ADA-5CCDC9A62160}"/>
            </ac:spMkLst>
          </pc:spChg>
          <pc:spChg chg="add mod">
            <ac:chgData name="Gillett, Richard" userId="f751afb3-89ee-4adb-bf46-b352b62550b4" providerId="ADAL" clId="{E1DC7D8A-5337-4AAE-9935-D0A80B248513}" dt="2026-01-11T11:56:31.392" v="896" actId="1076"/>
            <ac:spMkLst>
              <pc:docMk/>
              <pc:sldMasterMk cId="2640799190" sldId="2147483660"/>
              <pc:sldLayoutMk cId="1363397331" sldId="2147483661"/>
              <ac:spMk id="18" creationId="{F398ED92-E238-6D9E-B3F0-984D6E2E8650}"/>
            </ac:spMkLst>
          </pc:spChg>
          <pc:spChg chg="mod">
            <ac:chgData name="Gillett, Richard" userId="f751afb3-89ee-4adb-bf46-b352b62550b4" providerId="ADAL" clId="{E1DC7D8A-5337-4AAE-9935-D0A80B248513}" dt="2026-01-10T14:21:05.082" v="891" actId="207"/>
            <ac:spMkLst>
              <pc:docMk/>
              <pc:sldMasterMk cId="2640799190" sldId="2147483660"/>
              <pc:sldLayoutMk cId="1363397331" sldId="2147483661"/>
              <ac:spMk id="20" creationId="{4AAEA4BB-C109-28FA-B6A2-6EF5B68D1217}"/>
            </ac:spMkLst>
          </pc:spChg>
          <pc:spChg chg="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21" creationId="{8E7B100D-340E-CDEA-8F6B-7FDE741C252A}"/>
            </ac:spMkLst>
          </pc:spChg>
          <pc:spChg chg="mod">
            <ac:chgData name="Gillett, Richard" userId="f751afb3-89ee-4adb-bf46-b352b62550b4" providerId="ADAL" clId="{E1DC7D8A-5337-4AAE-9935-D0A80B248513}" dt="2026-01-11T11:57:10.271" v="901" actId="1076"/>
            <ac:spMkLst>
              <pc:docMk/>
              <pc:sldMasterMk cId="2640799190" sldId="2147483660"/>
              <pc:sldLayoutMk cId="1363397331" sldId="2147483661"/>
              <ac:spMk id="22" creationId="{A79E2BBB-6172-9A7B-B7D2-88173061667A}"/>
            </ac:spMkLst>
          </pc:spChg>
          <pc:spChg chg="mod">
            <ac:chgData name="Gillett, Richard" userId="f751afb3-89ee-4adb-bf46-b352b62550b4" providerId="ADAL" clId="{E1DC7D8A-5337-4AAE-9935-D0A80B248513}" dt="2026-01-11T11:56:53.889" v="900" actId="14100"/>
            <ac:spMkLst>
              <pc:docMk/>
              <pc:sldMasterMk cId="2640799190" sldId="2147483660"/>
              <pc:sldLayoutMk cId="1363397331" sldId="2147483661"/>
              <ac:spMk id="37" creationId="{814A0012-CF31-67AE-4E97-AA42CBE2A6AE}"/>
            </ac:spMkLst>
          </pc:spChg>
          <pc:spChg chg="add 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38" creationId="{D56FA25C-826C-AEF5-957C-F09DBE615CC2}"/>
            </ac:spMkLst>
          </pc:spChg>
          <pc:spChg chg="mod">
            <ac:chgData name="Gillett, Richard" userId="f751afb3-89ee-4adb-bf46-b352b62550b4" providerId="ADAL" clId="{E1DC7D8A-5337-4AAE-9935-D0A80B248513}" dt="2026-01-10T11:23:37.984" v="633" actId="14100"/>
            <ac:spMkLst>
              <pc:docMk/>
              <pc:sldMasterMk cId="2640799190" sldId="2147483660"/>
              <pc:sldLayoutMk cId="1363397331" sldId="2147483661"/>
              <ac:spMk id="39" creationId="{2BD6D79E-3784-39A1-5BE0-598EDD61CF3D}"/>
            </ac:spMkLst>
          </pc:spChg>
          <pc:spChg chg="add mod">
            <ac:chgData name="Gillett, Richard" userId="f751afb3-89ee-4adb-bf46-b352b62550b4" providerId="ADAL" clId="{E1DC7D8A-5337-4AAE-9935-D0A80B248513}" dt="2026-01-10T11:21:39.576" v="625" actId="1076"/>
            <ac:spMkLst>
              <pc:docMk/>
              <pc:sldMasterMk cId="2640799190" sldId="2147483660"/>
              <pc:sldLayoutMk cId="1363397331" sldId="2147483661"/>
              <ac:spMk id="40" creationId="{3AAC2047-1448-EBFC-6433-602F17048C37}"/>
            </ac:spMkLst>
          </pc:spChg>
          <pc:spChg chg="mod">
            <ac:chgData name="Gillett, Richard" userId="f751afb3-89ee-4adb-bf46-b352b62550b4" providerId="ADAL" clId="{E1DC7D8A-5337-4AAE-9935-D0A80B248513}" dt="2026-01-11T11:57:10.271" v="901" actId="1076"/>
            <ac:spMkLst>
              <pc:docMk/>
              <pc:sldMasterMk cId="2640799190" sldId="2147483660"/>
              <pc:sldLayoutMk cId="1363397331" sldId="2147483661"/>
              <ac:spMk id="41" creationId="{D4F00C51-9060-7169-179B-F541DAFC0C7E}"/>
            </ac:spMkLst>
          </pc:spChg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42" creationId="{EF9CBF36-A38B-ED1E-AFAF-CEAD51735C04}"/>
            </ac:spMkLst>
          </pc:spChg>
          <pc:spChg chg="add mod">
            <ac:chgData name="Gillett, Richard" userId="f751afb3-89ee-4adb-bf46-b352b62550b4" providerId="ADAL" clId="{E1DC7D8A-5337-4AAE-9935-D0A80B248513}" dt="2026-01-12T02:12:10.873" v="917" actId="14100"/>
            <ac:spMkLst>
              <pc:docMk/>
              <pc:sldMasterMk cId="2640799190" sldId="2147483660"/>
              <pc:sldLayoutMk cId="1363397331" sldId="2147483661"/>
              <ac:spMk id="43" creationId="{CDBAF79C-1ECD-4077-B693-FAA616F38BB3}"/>
            </ac:spMkLst>
          </pc:spChg>
          <pc:spChg chg="add mod">
            <ac:chgData name="Gillett, Richard" userId="f751afb3-89ee-4adb-bf46-b352b62550b4" providerId="ADAL" clId="{E1DC7D8A-5337-4AAE-9935-D0A80B248513}" dt="2026-01-08T00:11:36.732" v="312"/>
            <ac:spMkLst>
              <pc:docMk/>
              <pc:sldMasterMk cId="2640799190" sldId="2147483660"/>
              <pc:sldLayoutMk cId="1363397331" sldId="2147483661"/>
              <ac:spMk id="45" creationId="{CFA66B11-7F54-5482-663D-8B6227A02FBD}"/>
            </ac:spMkLst>
          </pc:spChg>
          <pc:spChg chg="mod">
            <ac:chgData name="Gillett, Richard" userId="f751afb3-89ee-4adb-bf46-b352b62550b4" providerId="ADAL" clId="{E1DC7D8A-5337-4AAE-9935-D0A80B248513}" dt="2026-01-10T11:49:59.285" v="653" actId="14100"/>
            <ac:spMkLst>
              <pc:docMk/>
              <pc:sldMasterMk cId="2640799190" sldId="2147483660"/>
              <pc:sldLayoutMk cId="1363397331" sldId="2147483661"/>
              <ac:spMk id="46" creationId="{6C6C5E27-B920-6468-D3D0-CF1BF1645A0B}"/>
            </ac:spMkLst>
          </pc:spChg>
          <pc:spChg chg="mod">
            <ac:chgData name="Gillett, Richard" userId="f751afb3-89ee-4adb-bf46-b352b62550b4" providerId="ADAL" clId="{E1DC7D8A-5337-4AAE-9935-D0A80B248513}" dt="2026-01-11T11:57:10.271" v="901" actId="1076"/>
            <ac:spMkLst>
              <pc:docMk/>
              <pc:sldMasterMk cId="2640799190" sldId="2147483660"/>
              <pc:sldLayoutMk cId="1363397331" sldId="2147483661"/>
              <ac:spMk id="47" creationId="{B1F62D07-2195-698B-2714-154E4501E4EB}"/>
            </ac:spMkLst>
          </pc:spChg>
          <pc:spChg chg="add mod">
            <ac:chgData name="Gillett, Richard" userId="f751afb3-89ee-4adb-bf46-b352b62550b4" providerId="ADAL" clId="{E1DC7D8A-5337-4AAE-9935-D0A80B248513}" dt="2026-01-11T11:57:21.551" v="902" actId="1076"/>
            <ac:spMkLst>
              <pc:docMk/>
              <pc:sldMasterMk cId="2640799190" sldId="2147483660"/>
              <pc:sldLayoutMk cId="1363397331" sldId="2147483661"/>
              <ac:spMk id="48" creationId="{7BD5F46B-2231-6D01-C514-F696C7DDE546}"/>
            </ac:spMkLst>
          </pc:spChg>
          <pc:spChg chg="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49" creationId="{1FE6F18A-7157-4F0B-5E13-82B5E30007F4}"/>
            </ac:spMkLst>
          </pc:spChg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50" creationId="{A8C0D454-B653-61F4-5751-F6813F0ADF7C}"/>
            </ac:spMkLst>
          </pc:spChg>
          <pc:spChg chg="add mod">
            <ac:chgData name="Gillett, Richard" userId="f751afb3-89ee-4adb-bf46-b352b62550b4" providerId="ADAL" clId="{E1DC7D8A-5337-4AAE-9935-D0A80B248513}" dt="2026-01-10T14:21:25.302" v="893" actId="207"/>
            <ac:spMkLst>
              <pc:docMk/>
              <pc:sldMasterMk cId="2640799190" sldId="2147483660"/>
              <pc:sldLayoutMk cId="1363397331" sldId="2147483661"/>
              <ac:spMk id="51" creationId="{BD10F3DD-814C-87B1-F3BC-B6770621C718}"/>
            </ac:spMkLst>
          </pc:spChg>
          <pc:spChg chg="add">
            <ac:chgData name="Gillett, Richard" userId="f751afb3-89ee-4adb-bf46-b352b62550b4" providerId="ADAL" clId="{E1DC7D8A-5337-4AAE-9935-D0A80B248513}" dt="2026-01-08T00:51:27.486" v="319"/>
            <ac:spMkLst>
              <pc:docMk/>
              <pc:sldMasterMk cId="2640799190" sldId="2147483660"/>
              <pc:sldLayoutMk cId="1363397331" sldId="2147483661"/>
              <ac:spMk id="54" creationId="{72162AC7-06C3-FF5B-97D1-CAC55BA97C08}"/>
            </ac:spMkLst>
          </pc:spChg>
          <pc:spChg chg="add">
            <ac:chgData name="Gillett, Richard" userId="f751afb3-89ee-4adb-bf46-b352b62550b4" providerId="ADAL" clId="{E1DC7D8A-5337-4AAE-9935-D0A80B248513}" dt="2026-01-08T00:51:27.486" v="319"/>
            <ac:spMkLst>
              <pc:docMk/>
              <pc:sldMasterMk cId="2640799190" sldId="2147483660"/>
              <pc:sldLayoutMk cId="1363397331" sldId="2147483661"/>
              <ac:spMk id="70" creationId="{80E4E7D2-CED9-89CE-285F-E8D7729CB3D0}"/>
            </ac:spMkLst>
          </pc:spChg>
          <pc:picChg chg="add mod ord">
            <ac:chgData name="Gillett, Richard" userId="f751afb3-89ee-4adb-bf46-b352b62550b4" providerId="ADAL" clId="{E1DC7D8A-5337-4AAE-9935-D0A80B248513}" dt="2026-01-10T14:21:10.907" v="892" actId="1076"/>
            <ac:picMkLst>
              <pc:docMk/>
              <pc:sldMasterMk cId="2640799190" sldId="2147483660"/>
              <pc:sldLayoutMk cId="1363397331" sldId="2147483661"/>
              <ac:picMk id="14" creationId="{E8591D62-F0EC-DF4B-55A0-003CBCE760CC}"/>
            </ac:picMkLst>
          </pc:picChg>
          <pc:picChg chg="mod">
            <ac:chgData name="Gillett, Richard" userId="f751afb3-89ee-4adb-bf46-b352b62550b4" providerId="ADAL" clId="{E1DC7D8A-5337-4AAE-9935-D0A80B248513}" dt="2026-01-11T11:56:31.392" v="896" actId="1076"/>
            <ac:picMkLst>
              <pc:docMk/>
              <pc:sldMasterMk cId="2640799190" sldId="2147483660"/>
              <pc:sldLayoutMk cId="1363397331" sldId="2147483661"/>
              <ac:picMk id="23" creationId="{86633DA3-0DB3-C6C5-5A10-0975EDA3FCAF}"/>
            </ac:picMkLst>
          </pc:picChg>
          <pc:picChg chg="mod">
            <ac:chgData name="Gillett, Richard" userId="f751afb3-89ee-4adb-bf46-b352b62550b4" providerId="ADAL" clId="{E1DC7D8A-5337-4AAE-9935-D0A80B248513}" dt="2026-01-10T11:49:48.696" v="648" actId="1038"/>
            <ac:picMkLst>
              <pc:docMk/>
              <pc:sldMasterMk cId="2640799190" sldId="2147483660"/>
              <pc:sldLayoutMk cId="1363397331" sldId="2147483661"/>
              <ac:picMk id="30" creationId="{11D4B853-1ADD-0145-DAD2-521BC0A43308}"/>
            </ac:picMkLst>
          </pc:picChg>
          <pc:picChg chg="add del mod ord modCrop">
            <ac:chgData name="Gillett, Richard" userId="f751afb3-89ee-4adb-bf46-b352b62550b4" providerId="ADAL" clId="{E1DC7D8A-5337-4AAE-9935-D0A80B248513}" dt="2026-01-10T14:19:20.284" v="873" actId="962"/>
            <ac:picMkLst>
              <pc:docMk/>
              <pc:sldMasterMk cId="2640799190" sldId="2147483660"/>
              <pc:sldLayoutMk cId="1363397331" sldId="2147483661"/>
              <ac:picMk id="53" creationId="{02E5031A-50D3-880E-59DE-415DAA829CAC}"/>
            </ac:picMkLst>
          </pc:picChg>
          <pc:picChg chg="mod">
            <ac:chgData name="Gillett, Richard" userId="f751afb3-89ee-4adb-bf46-b352b62550b4" providerId="ADAL" clId="{E1DC7D8A-5337-4AAE-9935-D0A80B248513}" dt="2026-01-11T11:57:10.271" v="901" actId="1076"/>
            <ac:picMkLst>
              <pc:docMk/>
              <pc:sldMasterMk cId="2640799190" sldId="2147483660"/>
              <pc:sldLayoutMk cId="1363397331" sldId="2147483661"/>
              <ac:picMk id="94" creationId="{6C1D9F35-E879-69FC-7F97-6A6DA195BB72}"/>
            </ac:picMkLst>
          </pc:picChg>
          <pc:picChg chg="add mod ord modCrop">
            <ac:chgData name="Gillett, Richard" userId="f751afb3-89ee-4adb-bf46-b352b62550b4" providerId="ADAL" clId="{E1DC7D8A-5337-4AAE-9935-D0A80B248513}" dt="2026-01-11T11:57:37.586" v="905" actId="1076"/>
            <ac:picMkLst>
              <pc:docMk/>
              <pc:sldMasterMk cId="2640799190" sldId="2147483660"/>
              <pc:sldLayoutMk cId="1363397331" sldId="2147483661"/>
              <ac:picMk id="96" creationId="{45022D99-4D6F-EC4D-B596-181CE3D268A0}"/>
            </ac:picMkLst>
          </pc:picChg>
          <pc:picChg chg="add mod">
            <ac:chgData name="Gillett, Richard" userId="f751afb3-89ee-4adb-bf46-b352b62550b4" providerId="ADAL" clId="{E1DC7D8A-5337-4AAE-9935-D0A80B248513}" dt="2026-01-11T11:56:38.634" v="897" actId="1076"/>
            <ac:picMkLst>
              <pc:docMk/>
              <pc:sldMasterMk cId="2640799190" sldId="2147483660"/>
              <pc:sldLayoutMk cId="1363397331" sldId="2147483661"/>
              <ac:picMk id="2075" creationId="{541A6AC7-D175-3548-67FC-DC5600EFAB59}"/>
            </ac:picMkLst>
          </pc:picChg>
          <pc:cxnChg chg="mod">
            <ac:chgData name="Gillett, Richard" userId="f751afb3-89ee-4adb-bf46-b352b62550b4" providerId="ADAL" clId="{E1DC7D8A-5337-4AAE-9935-D0A80B248513}" dt="2026-01-11T11:57:10.271" v="901" actId="1076"/>
            <ac:cxnSpMkLst>
              <pc:docMk/>
              <pc:sldMasterMk cId="2640799190" sldId="2147483660"/>
              <pc:sldLayoutMk cId="1363397331" sldId="2147483661"/>
              <ac:cxnSpMk id="4" creationId="{5BB082F5-DE58-9BB3-E67C-CBAE81B32259}"/>
            </ac:cxnSpMkLst>
          </pc:cxnChg>
        </pc:sldLayoutChg>
        <pc:sldLayoutChg chg="addSp delSp modSp mod">
          <pc:chgData name="Gillett, Richard" userId="f751afb3-89ee-4adb-bf46-b352b62550b4" providerId="ADAL" clId="{E1DC7D8A-5337-4AAE-9935-D0A80B248513}" dt="2026-01-08T00:11:34.439" v="311" actId="21"/>
          <pc:sldLayoutMkLst>
            <pc:docMk/>
            <pc:sldMasterMk cId="2640799190" sldId="2147483660"/>
            <pc:sldLayoutMk cId="413489094" sldId="2147483662"/>
          </pc:sldLayoutMkLst>
        </pc:sldLayoutChg>
      </pc:sldMasterChg>
      <pc:sldMasterChg chg="new del mod addSldLayout delSldLayout">
        <pc:chgData name="Gillett, Richard" userId="f751afb3-89ee-4adb-bf46-b352b62550b4" providerId="ADAL" clId="{E1DC7D8A-5337-4AAE-9935-D0A80B248513}" dt="2026-01-08T00:07:10.675" v="277" actId="6938"/>
        <pc:sldMasterMkLst>
          <pc:docMk/>
          <pc:sldMasterMk cId="3088122613" sldId="2147483662"/>
        </pc:sldMasterMkLst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635335690" sldId="2147483663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302690302" sldId="2147483664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992193309" sldId="2147483665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016394156" sldId="2147483666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766713548" sldId="2147483667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4074602279" sldId="2147483668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3305373079" sldId="2147483669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089218544" sldId="2147483670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346707861" sldId="2147483671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010221458" sldId="2147483672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232889983" sldId="2147483673"/>
          </pc:sldLayoutMkLst>
        </pc:sldLayoutChg>
      </pc:sldMasterChg>
    </pc:docChg>
  </pc:docChgLst>
  <pc:docChgLst>
    <pc:chgData name="Gillett, Richard" userId="f751afb3-89ee-4adb-bf46-b352b62550b4" providerId="ADAL" clId="{947C8103-4DC6-4827-8B43-5C2E904880F7}"/>
    <pc:docChg chg="undo custSel modMainMaster">
      <pc:chgData name="Gillett, Richard" userId="f751afb3-89ee-4adb-bf46-b352b62550b4" providerId="ADAL" clId="{947C8103-4DC6-4827-8B43-5C2E904880F7}" dt="2026-01-06T08:14:35.035" v="119" actId="1035"/>
      <pc:docMkLst>
        <pc:docMk/>
      </pc:docMkLst>
      <pc:sldMasterChg chg="modSp mod modSldLayout">
        <pc:chgData name="Gillett, Richard" userId="f751afb3-89ee-4adb-bf46-b352b62550b4" providerId="ADAL" clId="{947C8103-4DC6-4827-8B43-5C2E904880F7}" dt="2026-01-06T08:14:35.035" v="119" actId="1035"/>
        <pc:sldMasterMkLst>
          <pc:docMk/>
          <pc:sldMasterMk cId="2640799190" sldId="2147483660"/>
        </pc:sldMasterMkLst>
        <pc:spChg chg="mod">
          <ac:chgData name="Gillett, Richard" userId="f751afb3-89ee-4adb-bf46-b352b62550b4" providerId="ADAL" clId="{947C8103-4DC6-4827-8B43-5C2E904880F7}" dt="2026-01-01T07:47:58.823" v="20" actId="1035"/>
          <ac:spMkLst>
            <pc:docMk/>
            <pc:sldMasterMk cId="2640799190" sldId="2147483660"/>
            <ac:spMk id="14" creationId="{465D00C7-B8A6-3024-4A5D-41B448AA8CD8}"/>
          </ac:spMkLst>
        </pc:spChg>
        <pc:sldLayoutChg chg="modSp mod">
          <pc:chgData name="Gillett, Richard" userId="f751afb3-89ee-4adb-bf46-b352b62550b4" providerId="ADAL" clId="{947C8103-4DC6-4827-8B43-5C2E904880F7}" dt="2026-01-06T08:14:35.035" v="119" actId="1035"/>
          <pc:sldLayoutMkLst>
            <pc:docMk/>
            <pc:sldMasterMk cId="2640799190" sldId="2147483660"/>
            <pc:sldLayoutMk cId="1363397331" sldId="214748366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3.wdp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microsoft.com/office/2007/relationships/hdphoto" Target="../media/hdphoto4.wdp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microsoft.com/office/2007/relationships/hdphoto" Target="../media/hdphoto5.wdp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eth_stem">
            <a:extLst>
              <a:ext uri="{FF2B5EF4-FFF2-40B4-BE49-F238E27FC236}">
                <a16:creationId xmlns:a16="http://schemas.microsoft.com/office/drawing/2014/main" id="{5BB082F5-DE58-9BB3-E67C-CBAE81B32259}"/>
              </a:ext>
            </a:extLst>
          </p:cNvPr>
          <p:cNvCxnSpPr>
            <a:cxnSpLocks/>
          </p:cNvCxnSpPr>
          <p:nvPr userDrawn="1"/>
        </p:nvCxnSpPr>
        <p:spPr>
          <a:xfrm>
            <a:off x="65965" y="8691366"/>
            <a:ext cx="1852" cy="330402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hp_circle_yellow">
            <a:extLst>
              <a:ext uri="{FF2B5EF4-FFF2-40B4-BE49-F238E27FC236}">
                <a16:creationId xmlns:a16="http://schemas.microsoft.com/office/drawing/2014/main" id="{0CFD3C25-6057-A68F-D7E4-8752A2F67E93}"/>
              </a:ext>
            </a:extLst>
          </p:cNvPr>
          <p:cNvSpPr/>
          <p:nvPr userDrawn="1"/>
        </p:nvSpPr>
        <p:spPr>
          <a:xfrm>
            <a:off x="3826131" y="2953490"/>
            <a:ext cx="900000" cy="90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17" name="shp_urg">
            <a:extLst>
              <a:ext uri="{FF2B5EF4-FFF2-40B4-BE49-F238E27FC236}">
                <a16:creationId xmlns:a16="http://schemas.microsoft.com/office/drawing/2014/main" id="{E153B05D-1487-8051-2ADA-5CCDC9A62160}"/>
              </a:ext>
            </a:extLst>
          </p:cNvPr>
          <p:cNvSpPr/>
          <p:nvPr userDrawn="1"/>
        </p:nvSpPr>
        <p:spPr>
          <a:xfrm>
            <a:off x="1220330" y="4660088"/>
            <a:ext cx="900000" cy="90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18" name="shp_mort">
            <a:extLst>
              <a:ext uri="{FF2B5EF4-FFF2-40B4-BE49-F238E27FC236}">
                <a16:creationId xmlns:a16="http://schemas.microsoft.com/office/drawing/2014/main" id="{F398ED92-E238-6D9E-B3F0-984D6E2E8650}"/>
              </a:ext>
            </a:extLst>
          </p:cNvPr>
          <p:cNvSpPr/>
          <p:nvPr userDrawn="1"/>
        </p:nvSpPr>
        <p:spPr>
          <a:xfrm>
            <a:off x="4832549" y="4969171"/>
            <a:ext cx="900000" cy="90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0" name="shp_pci">
            <a:extLst>
              <a:ext uri="{FF2B5EF4-FFF2-40B4-BE49-F238E27FC236}">
                <a16:creationId xmlns:a16="http://schemas.microsoft.com/office/drawing/2014/main" id="{4AAEA4BB-C109-28FA-B6A2-6EF5B68D1217}"/>
              </a:ext>
            </a:extLst>
          </p:cNvPr>
          <p:cNvSpPr/>
          <p:nvPr userDrawn="1"/>
        </p:nvSpPr>
        <p:spPr>
          <a:xfrm>
            <a:off x="1832832" y="2814771"/>
            <a:ext cx="900000" cy="900000"/>
          </a:xfrm>
          <a:prstGeom prst="ellipse">
            <a:avLst/>
          </a:prstGeom>
          <a:solidFill>
            <a:srgbClr val="89B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1" name="shp_ccu">
            <a:extLst>
              <a:ext uri="{FF2B5EF4-FFF2-40B4-BE49-F238E27FC236}">
                <a16:creationId xmlns:a16="http://schemas.microsoft.com/office/drawing/2014/main" id="{8E7B100D-340E-CDEA-8F6B-7FDE741C252A}"/>
              </a:ext>
            </a:extLst>
          </p:cNvPr>
          <p:cNvSpPr/>
          <p:nvPr userDrawn="1"/>
        </p:nvSpPr>
        <p:spPr>
          <a:xfrm>
            <a:off x="4623655" y="6858994"/>
            <a:ext cx="900000" cy="900000"/>
          </a:xfrm>
          <a:prstGeom prst="ellipse">
            <a:avLst/>
          </a:prstGeom>
          <a:solidFill>
            <a:srgbClr val="E75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2" name="shp_frailty">
            <a:extLst>
              <a:ext uri="{FF2B5EF4-FFF2-40B4-BE49-F238E27FC236}">
                <a16:creationId xmlns:a16="http://schemas.microsoft.com/office/drawing/2014/main" id="{A79E2BBB-6172-9A7B-B7D2-88173061667A}"/>
              </a:ext>
            </a:extLst>
          </p:cNvPr>
          <p:cNvSpPr/>
          <p:nvPr userDrawn="1"/>
        </p:nvSpPr>
        <p:spPr>
          <a:xfrm>
            <a:off x="2282284" y="7242930"/>
            <a:ext cx="900000" cy="9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 dirty="0">
              <a:solidFill>
                <a:schemeClr val="accent1"/>
              </a:solidFill>
            </a:endParaRPr>
          </a:p>
        </p:txBody>
      </p:sp>
      <p:pic>
        <p:nvPicPr>
          <p:cNvPr id="53" name="pic_heart" descr="A diagram of a human heart">
            <a:extLst>
              <a:ext uri="{FF2B5EF4-FFF2-40B4-BE49-F238E27FC236}">
                <a16:creationId xmlns:a16="http://schemas.microsoft.com/office/drawing/2014/main" id="{02E5031A-50D3-880E-59DE-415DAA82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E8F2F3"/>
              </a:clrFrom>
              <a:clrTo>
                <a:srgbClr val="E8F2F3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557" b="96289" l="57493" r="95277">
                        <a14:foregroundMark x1="80007" y1="96289" x2="80007" y2="96289"/>
                        <a14:foregroundMark x1="77131" y1="95833" x2="79510" y2="89909"/>
                      </a14:backgroundRemoval>
                    </a14:imgEffect>
                  </a14:imgLayer>
                </a14:imgProps>
              </a:ext>
            </a:extLst>
          </a:blip>
          <a:srcRect l="66973" t="57024" r="16524" b="1734"/>
          <a:stretch/>
        </p:blipFill>
        <p:spPr>
          <a:xfrm>
            <a:off x="2078662" y="3596758"/>
            <a:ext cx="2852498" cy="3888495"/>
          </a:xfrm>
          <a:prstGeom prst="rect">
            <a:avLst/>
          </a:prstGeom>
        </p:spPr>
      </p:pic>
      <p:pic>
        <p:nvPicPr>
          <p:cNvPr id="23" name="pic_mort">
            <a:extLst>
              <a:ext uri="{FF2B5EF4-FFF2-40B4-BE49-F238E27FC236}">
                <a16:creationId xmlns:a16="http://schemas.microsoft.com/office/drawing/2014/main" id="{86633DA3-0DB3-C6C5-5A10-0975EDA3FC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36234" y="5043276"/>
            <a:ext cx="587295" cy="769077"/>
          </a:xfrm>
          <a:prstGeom prst="rect">
            <a:avLst/>
          </a:prstGeom>
        </p:spPr>
      </p:pic>
      <p:pic>
        <p:nvPicPr>
          <p:cNvPr id="14" name="pic_pci">
            <a:extLst>
              <a:ext uri="{FF2B5EF4-FFF2-40B4-BE49-F238E27FC236}">
                <a16:creationId xmlns:a16="http://schemas.microsoft.com/office/drawing/2014/main" id="{E8591D62-F0EC-DF4B-55A0-003CBCE760C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02838">
            <a:off x="1784692" y="2725966"/>
            <a:ext cx="996280" cy="996280"/>
          </a:xfrm>
          <a:prstGeom prst="rect">
            <a:avLst/>
          </a:prstGeom>
        </p:spPr>
      </p:pic>
      <p:pic>
        <p:nvPicPr>
          <p:cNvPr id="30" name="pic_urgency">
            <a:extLst>
              <a:ext uri="{FF2B5EF4-FFF2-40B4-BE49-F238E27FC236}">
                <a16:creationId xmlns:a16="http://schemas.microsoft.com/office/drawing/2014/main" id="{11D4B853-1ADD-0145-DAD2-521BC0A4330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5196" y="4676265"/>
            <a:ext cx="793105" cy="793105"/>
          </a:xfrm>
          <a:prstGeom prst="rect">
            <a:avLst/>
          </a:prstGeom>
        </p:spPr>
      </p:pic>
      <p:pic>
        <p:nvPicPr>
          <p:cNvPr id="2075" name="pic_meds" descr="Pill - Free healthcare and medical icons">
            <a:extLst>
              <a:ext uri="{FF2B5EF4-FFF2-40B4-BE49-F238E27FC236}">
                <a16:creationId xmlns:a16="http://schemas.microsoft.com/office/drawing/2014/main" id="{541A6AC7-D175-3548-67FC-DC5600EFAB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747" y="7004063"/>
            <a:ext cx="602800" cy="60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_crehab">
            <a:extLst>
              <a:ext uri="{FF2B5EF4-FFF2-40B4-BE49-F238E27FC236}">
                <a16:creationId xmlns:a16="http://schemas.microsoft.com/office/drawing/2014/main" id="{45022D99-4D6F-EC4D-B596-181CE3D268A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6834" b="66547" l="33301" r="66797">
                        <a14:foregroundMark x1="41211" y1="27191" x2="47852" y2="27191"/>
                        <a14:foregroundMark x1="52441" y1="26834" x2="58398" y2="26834"/>
                        <a14:foregroundMark x1="42383" y1="46869" x2="44824" y2="51878"/>
                        <a14:foregroundMark x1="52246" y1="35063" x2="56934" y2="42397"/>
                        <a14:foregroundMark x1="56934" y1="31664" x2="56738" y2="38640"/>
                        <a14:foregroundMark x1="41797" y1="30590" x2="41992" y2="33274"/>
                        <a14:foregroundMark x1="42090" y1="64043" x2="49219" y2="66547"/>
                        <a14:foregroundMark x1="49219" y1="66547" x2="58984" y2="63864"/>
                      </a14:backgroundRemoval>
                    </a14:imgEffect>
                  </a14:imgLayer>
                </a14:imgProps>
              </a:ext>
            </a:extLst>
          </a:blip>
          <a:srcRect l="29120" t="22634" r="28939" b="31637"/>
          <a:stretch/>
        </p:blipFill>
        <p:spPr>
          <a:xfrm>
            <a:off x="3679939" y="3060734"/>
            <a:ext cx="1193545" cy="710398"/>
          </a:xfrm>
          <a:prstGeom prst="rect">
            <a:avLst/>
          </a:prstGeom>
        </p:spPr>
      </p:pic>
      <p:sp>
        <p:nvSpPr>
          <p:cNvPr id="37" name="ph_mort30r">
            <a:extLst>
              <a:ext uri="{FF2B5EF4-FFF2-40B4-BE49-F238E27FC236}">
                <a16:creationId xmlns:a16="http://schemas.microsoft.com/office/drawing/2014/main" id="{814A0012-CF31-67AE-4E97-AA42CBE2A6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9781" y="5997264"/>
            <a:ext cx="1839649" cy="620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38" name="ph_postop_critical_care">
            <a:extLst>
              <a:ext uri="{FF2B5EF4-FFF2-40B4-BE49-F238E27FC236}">
                <a16:creationId xmlns:a16="http://schemas.microsoft.com/office/drawing/2014/main" id="{D56FA25C-826C-AEF5-957C-F09DBE615C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748" y="7833099"/>
            <a:ext cx="1839649" cy="1230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39" name="ph_door_to_reperfusion">
            <a:extLst>
              <a:ext uri="{FF2B5EF4-FFF2-40B4-BE49-F238E27FC236}">
                <a16:creationId xmlns:a16="http://schemas.microsoft.com/office/drawing/2014/main" id="{2BD6D79E-3784-39A1-5BE0-598EDD61CF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7656" y="5649867"/>
            <a:ext cx="2051342" cy="94416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0" name="ph_pci">
            <a:extLst>
              <a:ext uri="{FF2B5EF4-FFF2-40B4-BE49-F238E27FC236}">
                <a16:creationId xmlns:a16="http://schemas.microsoft.com/office/drawing/2014/main" id="{3AAC2047-1448-EBFC-6433-602F17048C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142" y="3599388"/>
            <a:ext cx="1703248" cy="61034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1" name="ph_ihbl">
            <a:extLst>
              <a:ext uri="{FF2B5EF4-FFF2-40B4-BE49-F238E27FC236}">
                <a16:creationId xmlns:a16="http://schemas.microsoft.com/office/drawing/2014/main" id="{D4F00C51-9060-7169-179B-F541DAFC0C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7180" y="8178155"/>
            <a:ext cx="2545104" cy="61034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2" name="ph_crehab">
            <a:extLst>
              <a:ext uri="{FF2B5EF4-FFF2-40B4-BE49-F238E27FC236}">
                <a16:creationId xmlns:a16="http://schemas.microsoft.com/office/drawing/2014/main" id="{EF9CBF36-A38B-ED1E-AFAF-CEAD51735C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8719" y="3545282"/>
            <a:ext cx="1975071" cy="9333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3" name="ph_hosp_date_range">
            <a:extLst>
              <a:ext uri="{FF2B5EF4-FFF2-40B4-BE49-F238E27FC236}">
                <a16:creationId xmlns:a16="http://schemas.microsoft.com/office/drawing/2014/main" id="{CDBAF79C-1ECD-4077-B693-FAA616F38B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2243" y="1847214"/>
            <a:ext cx="4471412" cy="639646"/>
          </a:xfrm>
          <a:prstGeom prst="roundRect">
            <a:avLst/>
          </a:prstGeom>
          <a:solidFill>
            <a:srgbClr val="942260"/>
          </a:solidFill>
          <a:ln>
            <a:solidFill>
              <a:srgbClr val="551B3C"/>
            </a:solidFill>
          </a:ln>
        </p:spPr>
        <p:txBody>
          <a:bodyPr anchor="b" anchorCtr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5pPr marL="1371600" indent="0" algn="l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AU" dirty="0"/>
          </a:p>
        </p:txBody>
      </p:sp>
      <p:sp>
        <p:nvSpPr>
          <p:cNvPr id="44" name="ph_hosp_logo">
            <a:extLst>
              <a:ext uri="{FF2B5EF4-FFF2-40B4-BE49-F238E27FC236}">
                <a16:creationId xmlns:a16="http://schemas.microsoft.com/office/drawing/2014/main" id="{0E14B21D-632D-7EFD-12FE-450DCBD0C2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78869" y="354096"/>
            <a:ext cx="1764000" cy="18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45" name="ph_poster_production_date">
            <a:extLst>
              <a:ext uri="{FF2B5EF4-FFF2-40B4-BE49-F238E27FC236}">
                <a16:creationId xmlns:a16="http://schemas.microsoft.com/office/drawing/2014/main" id="{CFA66B11-7F54-5482-663D-8B6227A02F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2832" y="9555735"/>
            <a:ext cx="3823915" cy="2220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46" name="ph_door_to_reperfusion_pct">
            <a:extLst>
              <a:ext uri="{FF2B5EF4-FFF2-40B4-BE49-F238E27FC236}">
                <a16:creationId xmlns:a16="http://schemas.microsoft.com/office/drawing/2014/main" id="{6C6C5E27-B920-6468-D3D0-CF1BF1645A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874719"/>
            <a:ext cx="1231345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00B050"/>
                </a:solidFill>
              </a:defRPr>
            </a:lvl1pPr>
            <a:lvl2pPr>
              <a:defRPr>
                <a:solidFill>
                  <a:srgbClr val="00B050"/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  <a:lvl4pPr>
              <a:defRPr>
                <a:solidFill>
                  <a:srgbClr val="00B050"/>
                </a:solidFill>
              </a:defRPr>
            </a:lvl4pPr>
            <a:lvl5pPr>
              <a:defRPr>
                <a:solidFill>
                  <a:srgbClr val="00B050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47" name="ph_ihbl_pct">
            <a:extLst>
              <a:ext uri="{FF2B5EF4-FFF2-40B4-BE49-F238E27FC236}">
                <a16:creationId xmlns:a16="http://schemas.microsoft.com/office/drawing/2014/main" id="{B1F62D07-2195-698B-2714-154E4501E4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2135" y="7423111"/>
            <a:ext cx="1516977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133F6D"/>
                </a:solidFill>
              </a:defRPr>
            </a:lvl1pPr>
            <a:lvl2pPr>
              <a:defRPr>
                <a:solidFill>
                  <a:srgbClr val="133F6D"/>
                </a:solidFill>
              </a:defRPr>
            </a:lvl2pPr>
            <a:lvl3pPr>
              <a:defRPr>
                <a:solidFill>
                  <a:srgbClr val="133F6D"/>
                </a:solidFill>
              </a:defRPr>
            </a:lvl3pPr>
            <a:lvl4pPr>
              <a:defRPr>
                <a:solidFill>
                  <a:srgbClr val="133F6D"/>
                </a:solidFill>
              </a:defRPr>
            </a:lvl4pPr>
            <a:lvl5pPr>
              <a:defRPr>
                <a:solidFill>
                  <a:srgbClr val="133F6D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48" name="ph_mort30r_pct">
            <a:extLst>
              <a:ext uri="{FF2B5EF4-FFF2-40B4-BE49-F238E27FC236}">
                <a16:creationId xmlns:a16="http://schemas.microsoft.com/office/drawing/2014/main" id="{7BD5F46B-2231-6D01-C514-F696C7DDE5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95876" y="5169844"/>
            <a:ext cx="1003621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D86ECC"/>
                </a:solidFill>
              </a:defRPr>
            </a:lvl1pPr>
            <a:lvl2pPr>
              <a:defRPr>
                <a:solidFill>
                  <a:srgbClr val="D86ECC"/>
                </a:solidFill>
              </a:defRPr>
            </a:lvl2pPr>
            <a:lvl3pPr>
              <a:defRPr>
                <a:solidFill>
                  <a:srgbClr val="D86ECC"/>
                </a:solidFill>
              </a:defRPr>
            </a:lvl3pPr>
            <a:lvl4pPr>
              <a:defRPr>
                <a:solidFill>
                  <a:srgbClr val="D86ECC"/>
                </a:solidFill>
              </a:defRPr>
            </a:lvl4pPr>
            <a:lvl5pPr>
              <a:defRPr>
                <a:solidFill>
                  <a:srgbClr val="D86ECC"/>
                </a:solidFill>
              </a:defRPr>
            </a:lvl5pPr>
          </a:lstStyle>
          <a:p>
            <a:pPr lvl="0"/>
            <a:r>
              <a:rPr lang="en-AU" dirty="0"/>
              <a:t>X%</a:t>
            </a:r>
          </a:p>
        </p:txBody>
      </p:sp>
      <p:sp>
        <p:nvSpPr>
          <p:cNvPr id="49" name="ph_postop_critical_care_pct">
            <a:extLst>
              <a:ext uri="{FF2B5EF4-FFF2-40B4-BE49-F238E27FC236}">
                <a16:creationId xmlns:a16="http://schemas.microsoft.com/office/drawing/2014/main" id="{1FE6F18A-7157-4F0B-5E13-82B5E30007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59435" y="7073712"/>
            <a:ext cx="108944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E75B2B"/>
                </a:solidFill>
              </a:defRPr>
            </a:lvl1pPr>
            <a:lvl2pPr>
              <a:defRPr>
                <a:solidFill>
                  <a:srgbClr val="E75B2B"/>
                </a:solidFill>
              </a:defRPr>
            </a:lvl2pPr>
            <a:lvl3pPr>
              <a:defRPr>
                <a:solidFill>
                  <a:srgbClr val="E75B2B"/>
                </a:solidFill>
              </a:defRPr>
            </a:lvl3pPr>
            <a:lvl4pPr>
              <a:defRPr>
                <a:solidFill>
                  <a:srgbClr val="E75B2B"/>
                </a:solidFill>
              </a:defRPr>
            </a:lvl4pPr>
            <a:lvl5pPr>
              <a:defRPr>
                <a:solidFill>
                  <a:srgbClr val="E75B2B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50" name="ph_crehab_pct">
            <a:extLst>
              <a:ext uri="{FF2B5EF4-FFF2-40B4-BE49-F238E27FC236}">
                <a16:creationId xmlns:a16="http://schemas.microsoft.com/office/drawing/2014/main" id="{A8C0D454-B653-61F4-5751-F6813F0ADF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18719" y="2997440"/>
            <a:ext cx="154800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FFC000"/>
                </a:solidFill>
              </a:defRPr>
            </a:lvl1pPr>
            <a:lvl2pPr>
              <a:defRPr>
                <a:solidFill>
                  <a:srgbClr val="FFC000"/>
                </a:solidFill>
              </a:defRPr>
            </a:lvl2pPr>
            <a:lvl3pPr>
              <a:defRPr>
                <a:solidFill>
                  <a:srgbClr val="FFC000"/>
                </a:solidFill>
              </a:defRPr>
            </a:lvl3pPr>
            <a:lvl4pPr>
              <a:defRPr>
                <a:solidFill>
                  <a:srgbClr val="FFC000"/>
                </a:solidFill>
              </a:defRPr>
            </a:lvl4pPr>
            <a:lvl5pPr>
              <a:defRPr>
                <a:solidFill>
                  <a:srgbClr val="FFC000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51" name="ph_pci_count">
            <a:extLst>
              <a:ext uri="{FF2B5EF4-FFF2-40B4-BE49-F238E27FC236}">
                <a16:creationId xmlns:a16="http://schemas.microsoft.com/office/drawing/2014/main" id="{BD10F3DD-814C-87B1-F3BC-B6770621C7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3138" y="3045625"/>
            <a:ext cx="154800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89B8DB"/>
                </a:solidFill>
              </a:defRPr>
            </a:lvl1pPr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rgbClr val="FF0000"/>
                </a:solidFill>
              </a:defRPr>
            </a:lvl3pPr>
            <a:lvl4pPr>
              <a:defRPr>
                <a:solidFill>
                  <a:srgbClr val="FF0000"/>
                </a:solidFill>
              </a:defRPr>
            </a:lvl4pPr>
            <a:lvl5pPr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 dirty="0"/>
              <a:t>X,XXX</a:t>
            </a:r>
            <a:endParaRPr lang="en-AU" dirty="0"/>
          </a:p>
        </p:txBody>
      </p:sp>
      <p:sp>
        <p:nvSpPr>
          <p:cNvPr id="54" name="Rectangle 16">
            <a:extLst>
              <a:ext uri="{FF2B5EF4-FFF2-40B4-BE49-F238E27FC236}">
                <a16:creationId xmlns:a16="http://schemas.microsoft.com/office/drawing/2014/main" id="{72162AC7-06C3-FF5B-97D1-CAC55BA97C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60432" y="-236014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98280" tIns="698280" rIns="91440" bIns="17774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70" name="Rectangle 23">
            <a:extLst>
              <a:ext uri="{FF2B5EF4-FFF2-40B4-BE49-F238E27FC236}">
                <a16:creationId xmlns:a16="http://schemas.microsoft.com/office/drawing/2014/main" id="{80E4E7D2-CED9-89CE-285F-E8D7729CB3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60432" y="-190294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</a:rPr>
            </a:b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6C1D9F35-E879-69FC-7F97-6A6DA195BB7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535955" y="7313037"/>
            <a:ext cx="406626" cy="66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97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f_footer">
            <a:extLst>
              <a:ext uri="{FF2B5EF4-FFF2-40B4-BE49-F238E27FC236}">
                <a16:creationId xmlns:a16="http://schemas.microsoft.com/office/drawing/2014/main" id="{465D00C7-B8A6-3024-4A5D-41B448AA8CD8}"/>
              </a:ext>
            </a:extLst>
          </p:cNvPr>
          <p:cNvSpPr txBox="1">
            <a:spLocks/>
          </p:cNvSpPr>
          <p:nvPr userDrawn="1"/>
        </p:nvSpPr>
        <p:spPr>
          <a:xfrm>
            <a:off x="167027" y="9011304"/>
            <a:ext cx="6515783" cy="68465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b="1" noProof="0" dirty="0"/>
              <a:t>Please print this poster </a:t>
            </a:r>
            <a:r>
              <a:rPr lang="en-AU" noProof="0" dirty="0"/>
              <a:t>and share it with your teams! It is as a collaboration between PCI Centres across Western Australian Department of Health &amp; National Cardiac Registry participating centres.  </a:t>
            </a:r>
            <a:r>
              <a:rPr lang="en-AU" b="1" noProof="0" dirty="0"/>
              <a:t>Thank you for your help.</a:t>
            </a:r>
            <a:r>
              <a:rPr lang="en-AU" noProof="0" dirty="0"/>
              <a:t> </a:t>
            </a:r>
          </a:p>
        </p:txBody>
      </p:sp>
      <p:pic>
        <p:nvPicPr>
          <p:cNvPr id="1026" name="Picture 2" descr="national cardiac registry logo">
            <a:extLst>
              <a:ext uri="{FF2B5EF4-FFF2-40B4-BE49-F238E27FC236}">
                <a16:creationId xmlns:a16="http://schemas.microsoft.com/office/drawing/2014/main" id="{950F8600-D76B-F4BC-D083-131E82D377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19" t="4592" r="10683" b="6133"/>
          <a:stretch/>
        </p:blipFill>
        <p:spPr bwMode="auto">
          <a:xfrm>
            <a:off x="1881170" y="169782"/>
            <a:ext cx="2860123" cy="13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logo with a heart and pulse line&#10;&#10;AI-generated content may be incorrect.">
            <a:extLst>
              <a:ext uri="{FF2B5EF4-FFF2-40B4-BE49-F238E27FC236}">
                <a16:creationId xmlns:a16="http://schemas.microsoft.com/office/drawing/2014/main" id="{51E7BF01-DAA0-96B3-CBE2-33C489A3AC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0443" b="79492" l="28658" r="72053">
                        <a14:foregroundMark x1="41726" y1="24284" x2="54865" y2="20833"/>
                        <a14:foregroundMark x1="54865" y1="20833" x2="59162" y2="39063"/>
                        <a14:foregroundMark x1="41726" y1="22070" x2="48722" y2="22005"/>
                        <a14:foregroundMark x1="42401" y1="22331" x2="47408" y2="20898"/>
                        <a14:foregroundMark x1="33984" y1="61523" x2="34695" y2="71419"/>
                        <a14:foregroundMark x1="33700" y1="62370" x2="30149" y2="60026"/>
                        <a14:foregroundMark x1="29403" y1="64583" x2="29403" y2="69792"/>
                        <a14:foregroundMark x1="28693" y1="65885" x2="28764" y2="68815"/>
                        <a14:foregroundMark x1="37145" y1="62044" x2="37393" y2="73307"/>
                        <a14:foregroundMark x1="47479" y1="64063" x2="45313" y2="65625"/>
                        <a14:foregroundMark x1="52912" y1="62695" x2="53764" y2="67253"/>
                        <a14:foregroundMark x1="57528" y1="62305" x2="56214" y2="65885"/>
                        <a14:foregroundMark x1="66903" y1="62695" x2="66158" y2="65885"/>
                        <a14:foregroundMark x1="68537" y1="63997" x2="69176" y2="70573"/>
                        <a14:foregroundMark x1="70419" y1="69792" x2="71839" y2="73112"/>
                        <a14:foregroundMark x1="27841" y1="79167" x2="62322" y2="81185"/>
                        <a14:foregroundMark x1="62322" y1="81185" x2="35831" y2="79557"/>
                        <a14:foregroundMark x1="35831" y1="79557" x2="72053" y2="78451"/>
                        <a14:foregroundMark x1="42649" y1="20443" x2="47443" y2="20898"/>
                        <a14:foregroundMark x1="52379" y1="20573" x2="56854" y2="20638"/>
                        <a14:foregroundMark x1="52912" y1="20443" x2="57990" y2="21094"/>
                      </a14:backgroundRemoval>
                    </a14:imgEffect>
                  </a14:imgLayer>
                </a14:imgProps>
              </a:ext>
            </a:extLst>
          </a:blip>
          <a:srcRect l="25667" t="16185" r="26222" b="16389"/>
          <a:stretch/>
        </p:blipFill>
        <p:spPr>
          <a:xfrm>
            <a:off x="167027" y="169782"/>
            <a:ext cx="1883746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9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Relationship Id="rId2" Type="http://schemas.openxmlformats.org/officeDocument/2006/relationships/image" Target="../media/8598fff7ab59aaf83f7bba42c0e17e971e8c3e07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hosp_date_range"/>
          <p:cNvSpPr>
            <a:spLocks noGrp="1"/>
          </p:cNvSpPr>
          <p:nvPr>
            <p:ph type="body" sz="quarter" idx="17"/>
          </p:nvPr>
        </p:nvSpPr>
        <p:spPr>
          <a:xfrm>
            <a:off x="152243" y="1847214"/>
            <a:ext cx="4471412" cy="639646"/>
          </a:xfrm>
        </p:spPr>
        <p:txBody>
          <a:bodyPr/>
          <a:lstStyle/>
          <a:p>
            <a:r>
              <a:rPr/>
              <a:t>Fiona Stanley Hospital (Oct 24 to Dec 24)</a:t>
            </a:r>
          </a:p>
        </p:txBody>
      </p:sp>
      <p:sp>
        <p:nvSpPr>
          <p:cNvPr id="3" name="ph_crehab"/>
          <p:cNvSpPr>
            <a:spLocks noGrp="1"/>
          </p:cNvSpPr>
          <p:nvPr>
            <p:ph type="body" sz="quarter" idx="14" hasCustomPrompt="1"/>
          </p:nvPr>
        </p:nvSpPr>
        <p:spPr>
          <a:xfrm>
            <a:off x="4718719" y="3545282"/>
            <a:ext cx="1975071" cy="933352"/>
          </a:xfrm>
        </p:spPr>
        <p:txBody>
          <a:bodyPr/>
          <a:lstStyle/>
          <a:p>
            <a:r>
              <a:rPr/>
              <a:t>36.4% Proportion of patients with documented referral prior to discharge to a cardiac rehabilitation or alternative secondary prevention program</a:t>
            </a:r>
          </a:p>
        </p:txBody>
      </p:sp>
      <p:sp>
        <p:nvSpPr>
          <p:cNvPr id="4" name="ph_crehab_pct"/>
          <p:cNvSpPr>
            <a:spLocks noGrp="1"/>
          </p:cNvSpPr>
          <p:nvPr>
            <p:ph type="body" sz="quarter" idx="30" hasCustomPrompt="1"/>
          </p:nvPr>
        </p:nvSpPr>
        <p:spPr>
          <a:xfrm>
            <a:off x="4718719" y="2997440"/>
            <a:ext cx="1548000" cy="504000"/>
          </a:xfrm>
        </p:spPr>
        <p:txBody>
          <a:bodyPr/>
          <a:lstStyle/>
          <a:p>
            <a:r>
              <a:rPr/>
              <a:t>36%</a:t>
            </a:r>
          </a:p>
        </p:txBody>
      </p:sp>
      <p:sp>
        <p:nvSpPr>
          <p:cNvPr id="5" name="ph_door_to_reperfusion"/>
          <p:cNvSpPr>
            <a:spLocks noGrp="1"/>
          </p:cNvSpPr>
          <p:nvPr>
            <p:ph type="body" sz="quarter" idx="10" hasCustomPrompt="1"/>
          </p:nvPr>
        </p:nvSpPr>
        <p:spPr>
          <a:xfrm>
            <a:off x="187656" y="5649867"/>
            <a:ext cx="2051342" cy="944160"/>
          </a:xfrm>
        </p:spPr>
        <p:txBody>
          <a:bodyPr/>
          <a:lstStyle/>
          <a:p>
            <a:r>
              <a:rPr/>
              <a:t>94m (Median) The time from the patient's presentation to the PCI room and completed reperfusion via coronary intervention.</a:t>
            </a:r>
          </a:p>
        </p:txBody>
      </p:sp>
      <p:sp>
        <p:nvSpPr>
          <p:cNvPr id="6" name="ph_door_to_reperfusion_pct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874719"/>
            <a:ext cx="1231345" cy="504000"/>
          </a:xfrm>
        </p:spPr>
        <p:txBody>
          <a:bodyPr/>
          <a:lstStyle/>
          <a:p>
            <a:r>
              <a:rPr/>
              <a:t>94m</a:t>
            </a:r>
          </a:p>
        </p:txBody>
      </p:sp>
      <p:sp>
        <p:nvSpPr>
          <p:cNvPr id="7" name="ph_ihbl"/>
          <p:cNvSpPr>
            <a:spLocks noGrp="1"/>
          </p:cNvSpPr>
          <p:nvPr>
            <p:ph type="body" sz="quarter" idx="15" hasCustomPrompt="1"/>
          </p:nvPr>
        </p:nvSpPr>
        <p:spPr>
          <a:xfrm>
            <a:off x="637180" y="8178155"/>
            <a:ext cx="2545104" cy="610343"/>
          </a:xfrm>
        </p:spPr>
        <p:txBody>
          <a:bodyPr/>
          <a:lstStyle/>
          <a:p>
            <a:r>
              <a:rPr/>
              <a:t>52.8% In-hospital major bleeding during or immediately after an admission for PCI</a:t>
            </a:r>
          </a:p>
        </p:txBody>
      </p:sp>
      <p:sp>
        <p:nvSpPr>
          <p:cNvPr id="8" name="ph_ihbl_pct"/>
          <p:cNvSpPr>
            <a:spLocks noGrp="1"/>
          </p:cNvSpPr>
          <p:nvPr>
            <p:ph type="body" sz="quarter" idx="27" hasCustomPrompt="1"/>
          </p:nvPr>
        </p:nvSpPr>
        <p:spPr>
          <a:xfrm>
            <a:off x="712135" y="7423111"/>
            <a:ext cx="1516977" cy="504000"/>
          </a:xfrm>
        </p:spPr>
        <p:txBody>
          <a:bodyPr/>
          <a:lstStyle/>
          <a:p>
            <a:r>
              <a:rPr/>
              <a:t>53%</a:t>
            </a:r>
          </a:p>
        </p:txBody>
      </p:sp>
      <p:sp>
        <p:nvSpPr>
          <p:cNvPr id="9" name="ph_postop_critical_care"/>
          <p:cNvSpPr>
            <a:spLocks noGrp="1"/>
          </p:cNvSpPr>
          <p:nvPr>
            <p:ph type="body" sz="quarter" idx="13" hasCustomPrompt="1"/>
          </p:nvPr>
        </p:nvSpPr>
        <p:spPr>
          <a:xfrm>
            <a:off x="4756748" y="7833099"/>
            <a:ext cx="1839649" cy="1230426"/>
          </a:xfrm>
        </p:spPr>
        <p:txBody>
          <a:bodyPr/>
          <a:lstStyle/>
          <a:p>
            <a:r>
              <a:rPr/>
              <a:t>30.3% The rate of unplanned cardiac readmissions within 30 days of percutaneous coronary intervention being performed.</a:t>
            </a:r>
          </a:p>
        </p:txBody>
      </p:sp>
      <p:sp>
        <p:nvSpPr>
          <p:cNvPr id="10" name="ph_postop_critical_care_pct"/>
          <p:cNvSpPr>
            <a:spLocks noGrp="1"/>
          </p:cNvSpPr>
          <p:nvPr>
            <p:ph type="body" sz="quarter" idx="29" hasCustomPrompt="1"/>
          </p:nvPr>
        </p:nvSpPr>
        <p:spPr>
          <a:xfrm>
            <a:off x="5559435" y="7073712"/>
            <a:ext cx="1089440" cy="504000"/>
          </a:xfrm>
        </p:spPr>
        <p:txBody>
          <a:bodyPr/>
          <a:lstStyle/>
          <a:p>
            <a:r>
              <a:rPr/>
              <a:t>30%</a:t>
            </a:r>
          </a:p>
        </p:txBody>
      </p:sp>
      <p:sp>
        <p:nvSpPr>
          <p:cNvPr id="11" name="ph_mort30r"/>
          <p:cNvSpPr>
            <a:spLocks noGrp="1"/>
          </p:cNvSpPr>
          <p:nvPr>
            <p:ph type="body" sz="quarter" idx="12" hasCustomPrompt="1"/>
          </p:nvPr>
        </p:nvSpPr>
        <p:spPr>
          <a:xfrm>
            <a:off x="4949781" y="5997264"/>
            <a:ext cx="1839649" cy="620712"/>
          </a:xfrm>
        </p:spPr>
        <p:txBody>
          <a:bodyPr/>
          <a:lstStyle/>
          <a:p>
            <a:r>
              <a:rPr/>
              <a:t>13.9% The 30-day all-cause mortality for adult patients undergoing Percutaneous Coronary Intervention (PCI)</a:t>
            </a:r>
          </a:p>
        </p:txBody>
      </p:sp>
      <p:sp>
        <p:nvSpPr>
          <p:cNvPr id="12" name="ph_mort30r_pct"/>
          <p:cNvSpPr>
            <a:spLocks noGrp="1"/>
          </p:cNvSpPr>
          <p:nvPr>
            <p:ph type="body" sz="quarter" idx="28" hasCustomPrompt="1"/>
          </p:nvPr>
        </p:nvSpPr>
        <p:spPr>
          <a:xfrm>
            <a:off x="5795876" y="5169844"/>
            <a:ext cx="1003621" cy="504000"/>
          </a:xfrm>
        </p:spPr>
        <p:txBody>
          <a:bodyPr/>
          <a:lstStyle/>
          <a:p>
            <a:r>
              <a:rPr/>
              <a:t>14%</a:t>
            </a:r>
          </a:p>
        </p:txBody>
      </p:sp>
      <p:sp>
        <p:nvSpPr>
          <p:cNvPr id="13" name="ph_pci_count"/>
          <p:cNvSpPr>
            <a:spLocks noGrp="1"/>
          </p:cNvSpPr>
          <p:nvPr>
            <p:ph type="body" sz="quarter" idx="31" hasCustomPrompt="1"/>
          </p:nvPr>
        </p:nvSpPr>
        <p:spPr>
          <a:xfrm>
            <a:off x="253138" y="3045625"/>
            <a:ext cx="1548000" cy="504000"/>
          </a:xfrm>
        </p:spPr>
        <p:txBody>
          <a:bodyPr/>
          <a:lstStyle/>
          <a:p>
            <a:r>
              <a:rPr/>
              <a:t>36</a:t>
            </a:r>
          </a:p>
        </p:txBody>
      </p:sp>
      <p:sp>
        <p:nvSpPr>
          <p:cNvPr id="14" name="ph_pci"/>
          <p:cNvSpPr>
            <a:spLocks noGrp="1"/>
          </p:cNvSpPr>
          <p:nvPr>
            <p:ph type="body" sz="quarter" idx="11" hasCustomPrompt="1"/>
          </p:nvPr>
        </p:nvSpPr>
        <p:spPr>
          <a:xfrm>
            <a:off x="246142" y="3599388"/>
            <a:ext cx="1703248" cy="610343"/>
          </a:xfrm>
        </p:spPr>
        <p:txBody>
          <a:bodyPr/>
          <a:lstStyle/>
          <a:p>
            <a:r>
              <a:rPr/>
              <a:t>36 procedures were undertaken</a:t>
            </a:r>
          </a:p>
        </p:txBody>
      </p:sp>
      <p:pic>
        <p:nvPicPr>
          <p:cNvPr id="15" name="ph_hosp_logo" descr=""/>
          <p:cNvPicPr>
            <a:picLocks noGrp="1"/>
          </p:cNvPicPr>
          <p:nvPr>
            <p:ph type="pic" sz="quarter" idx="18"/>
          </p:nvPr>
        </p:nvPicPr>
        <p:blipFill>
          <a:blip r:embed="rId2"/>
          <a:stretch>
            <a:fillRect/>
          </a:stretch>
        </p:blipFill>
        <p:spPr>
          <a:xfrm>
            <a:off x="4778869" y="354096"/>
            <a:ext cx="1764000" cy="1800000"/>
          </a:xfrm>
          <a:prstGeom prst="rect">
            <a:avLst/>
          </a:prstGeom>
        </p:spPr>
      </p:pic>
      <p:sp>
        <p:nvSpPr>
          <p:cNvPr id="16" name="ph_poster_production_date"/>
          <p:cNvSpPr>
            <a:spLocks noGrp="1"/>
          </p:cNvSpPr>
          <p:nvPr>
            <p:ph type="body" sz="quarter" idx="19"/>
          </p:nvPr>
        </p:nvSpPr>
        <p:spPr>
          <a:xfrm>
            <a:off x="2732832" y="9555735"/>
            <a:ext cx="3823915" cy="222079"/>
          </a:xfrm>
        </p:spPr>
        <p:txBody>
          <a:bodyPr/>
          <a:lstStyle/>
          <a:p>
            <a:r>
              <a:rPr/>
              <a:t>Produced on 13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Royal Australasian College of Surgeons (RACS), Healthcare Quality Intelligence Unit (HQIU), Clinical Excellence Division (CED) Department of Health (the Department) Western Australia (WA)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Australian and New Zealand Emergency Laparotomy Audit Quality Improvement (ANZELA-QI) </dc:title>
  <dc:creator>Gillett, Richard</dc:creator>
  <cp:lastModifiedBy/>
  <cp:revision>3</cp:revision>
  <dcterms:created xsi:type="dcterms:W3CDTF">2025-12-08T07:46:39Z</dcterms:created>
  <dcterms:modified xsi:type="dcterms:W3CDTF">2026-01-13T16:26:07Z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1c7c89-5258-4350-85e5-a4352e950ee1_Enabled">
    <vt:lpwstr>true</vt:lpwstr>
  </property>
  <property fmtid="{D5CDD505-2E9C-101B-9397-08002B2CF9AE}" pid="3" name="MSIP_Label_7e1c7c89-5258-4350-85e5-a4352e950ee1_SetDate">
    <vt:lpwstr>2026-01-08T13:51:00Z</vt:lpwstr>
  </property>
  <property fmtid="{D5CDD505-2E9C-101B-9397-08002B2CF9AE}" pid="4" name="MSIP_Label_7e1c7c89-5258-4350-85e5-a4352e950ee1_Method">
    <vt:lpwstr>Privileged</vt:lpwstr>
  </property>
  <property fmtid="{D5CDD505-2E9C-101B-9397-08002B2CF9AE}" pid="5" name="MSIP_Label_7e1c7c89-5258-4350-85e5-a4352e950ee1_Name">
    <vt:lpwstr>OFFICIAL [PROD]</vt:lpwstr>
  </property>
  <property fmtid="{D5CDD505-2E9C-101B-9397-08002B2CF9AE}" pid="6" name="MSIP_Label_7e1c7c89-5258-4350-85e5-a4352e950ee1_SiteId">
    <vt:lpwstr>5d26beb9-d730-4343-a251-d170ca86377c</vt:lpwstr>
  </property>
  <property fmtid="{D5CDD505-2E9C-101B-9397-08002B2CF9AE}" pid="7" name="MSIP_Label_7e1c7c89-5258-4350-85e5-a4352e950ee1_ActionId">
    <vt:lpwstr>41b91077-0cae-4856-a973-60582dee6448</vt:lpwstr>
  </property>
  <property fmtid="{D5CDD505-2E9C-101B-9397-08002B2CF9AE}" pid="8" name="MSIP_Label_7e1c7c89-5258-4350-85e5-a4352e950ee1_ContentBits">
    <vt:lpwstr>1</vt:lpwstr>
  </property>
  <property fmtid="{D5CDD505-2E9C-101B-9397-08002B2CF9AE}" pid="9" name="MSIP_Label_7e1c7c89-5258-4350-85e5-a4352e950ee1_Tag">
    <vt:lpwstr>10, 0, 1, 1</vt:lpwstr>
  </property>
  <property fmtid="{D5CDD505-2E9C-101B-9397-08002B2CF9AE}" pid="10" name="ClassificationContentMarkingHeaderLocations">
    <vt:lpwstr>Office Theme:6</vt:lpwstr>
  </property>
  <property fmtid="{D5CDD505-2E9C-101B-9397-08002B2CF9AE}" pid="11" name="ClassificationContentMarkingHeaderText">
    <vt:lpwstr>OFFICIAL</vt:lpwstr>
  </property>
</Properties>
</file>