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5" d="100"/>
          <a:sy n="75" d="100"/>
        </p:scale>
        <p:origin x="23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08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ECFBE2-8C81-293C-1EF9-A0FF9B5C96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6CCC2-AF62-8969-44E1-986E100987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53CA5-41C7-4923-8C6F-B3E91010339F}" type="datetimeFigureOut">
              <a:rPr lang="en-AU" smtClean="0"/>
              <a:t>18/08/2026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7D42CB-E5C5-F33F-3460-367FB518C4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3DFE0-841F-0C0C-20A6-F0C09B3BB0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54862-D4D4-42F6-8B64-5DAE773832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72509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0ED89-5811-46A2-AFCA-7C8C83CE9906}" type="datetimeFigureOut">
              <a:rPr lang="en-AU" smtClean="0"/>
              <a:t>18/08/2026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4E164-20E8-436E-AD2A-0BFC05B519A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1641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microsoft.com/office/2007/relationships/hdphoto" Target="../media/hdphoto3.wdp"/><Relationship Id="rId4" Type="http://schemas.microsoft.com/office/2007/relationships/hdphoto" Target="../media/hdphoto1.wdp"/><Relationship Id="rId9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622484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3767974" y="715666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26466" y="726363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</a:t>
            </a:r>
            <a:r>
              <a:rPr lang="en-GB" dirty="0"/>
              <a:t>PCI were performed via Radial Access</a:t>
            </a:r>
            <a:endParaRPr lang="en-AU" dirty="0"/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04989" y="8142019"/>
            <a:ext cx="2630768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patients were discharged on DAPT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43840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Median Door to Device time was X min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 err="1"/>
              <a:t>X,xxx</a:t>
            </a:r>
            <a:r>
              <a:rPr lang="en-AU" dirty="0"/>
              <a:t> PCI performed.                      Y (Z%) were entered into the PCI Database.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X of Y PCI were emergencies for STEMI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057" y="8149544"/>
            <a:ext cx="2589127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GB" dirty="0"/>
              <a:t>Evidence of referral to Cardiac Rehab was available in </a:t>
            </a:r>
            <a:r>
              <a:rPr lang="en-AU" dirty="0"/>
              <a:t>X out of Y patients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6695" y="1562072"/>
            <a:ext cx="4958583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8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dirty="0"/>
              <a:t>Sample Hospital (Mon YY to Mon YY)</a:t>
            </a:r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/>
              <a:t>X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48362" y="5169844"/>
            <a:ext cx="1335516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785214" y="7371382"/>
            <a:ext cx="1512079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663014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  <p:sp>
        <p:nvSpPr>
          <p:cNvPr id="3" name="ph_door_to_reperfusion_additional_text">
            <a:extLst>
              <a:ext uri="{FF2B5EF4-FFF2-40B4-BE49-F238E27FC236}">
                <a16:creationId xmlns:a16="http://schemas.microsoft.com/office/drawing/2014/main" id="{10F35289-C14E-D8DC-E6F0-74A1CC6A06E4}"/>
              </a:ext>
            </a:extLst>
          </p:cNvPr>
          <p:cNvSpPr txBox="1"/>
          <p:nvPr userDrawn="1"/>
        </p:nvSpPr>
        <p:spPr>
          <a:xfrm>
            <a:off x="27015" y="6160199"/>
            <a:ext cx="2051342" cy="338554"/>
          </a:xfrm>
          <a:prstGeom prst="rect">
            <a:avLst/>
          </a:prstGeom>
          <a:noFill/>
        </p:spPr>
        <p:txBody>
          <a:bodyPr wrap="square" lIns="72000" tIns="0" rIns="0" bIns="0" rtlCol="0">
            <a:spAutoFit/>
          </a:bodyPr>
          <a:lstStyle/>
          <a:p>
            <a:r>
              <a:rPr lang="en-AU" sz="1100" dirty="0"/>
              <a:t>* direct or pre-hospital activated STEMI with chest pain &lt;12 hours</a:t>
            </a:r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 collaboration between the Cardiac Registry of Western Australia, PCI Database of Western Australia &amp; PCI Centres across WA Health.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  <p:pic>
        <p:nvPicPr>
          <p:cNvPr id="4" name="Picture 3" descr="A logo of a company&#10;&#10;AI-generated content may be incorrect.">
            <a:extLst>
              <a:ext uri="{FF2B5EF4-FFF2-40B4-BE49-F238E27FC236}">
                <a16:creationId xmlns:a16="http://schemas.microsoft.com/office/drawing/2014/main" id="{DAE3C987-7108-DA66-8847-CED4928A91D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918" y="198351"/>
            <a:ext cx="2160000" cy="12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1396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Li, Peter</cp:lastModifiedBy>
  <cp:revision>13</cp:revision>
  <dcterms:created xsi:type="dcterms:W3CDTF">2025-12-08T07:46:39Z</dcterms:created>
  <dcterms:modified xsi:type="dcterms:W3CDTF">2026-08-18T08:00:59Z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