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2260"/>
    <a:srgbClr val="C11A1C"/>
    <a:srgbClr val="89B8DB"/>
    <a:srgbClr val="EA7A67"/>
    <a:srgbClr val="AB1C23"/>
    <a:srgbClr val="5B8FC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D0502C-E45B-42C2-8995-A2AEF517A4FA}" v="57" dt="2026-03-04T04:53:56.3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>
        <p:scale>
          <a:sx n="90" d="100"/>
          <a:sy n="90" d="100"/>
        </p:scale>
        <p:origin x="864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A5BB3A64-C60C-45E9-BAE7-11B96E1E2D18}"/>
    <pc:docChg chg="undo custSel modSld modMainMaster">
      <pc:chgData name="Gillett, Richard" userId="f751afb3-89ee-4adb-bf46-b352b62550b4" providerId="ADAL" clId="{A5BB3A64-C60C-45E9-BAE7-11B96E1E2D18}" dt="2026-02-05T07:26:13.627" v="547" actId="20577"/>
      <pc:docMkLst>
        <pc:docMk/>
      </pc:docMkLst>
      <pc:sldChg chg="modSp mod">
        <pc:chgData name="Gillett, Richard" userId="f751afb3-89ee-4adb-bf46-b352b62550b4" providerId="ADAL" clId="{A5BB3A64-C60C-45E9-BAE7-11B96E1E2D18}" dt="2026-01-14T09:55:55.459" v="251" actId="14100"/>
        <pc:sldMkLst>
          <pc:docMk/>
          <pc:sldMk cId="4050248657" sldId="258"/>
        </pc:sldMkLst>
        <pc:spChg chg="mod">
          <ac:chgData name="Gillett, Richard" userId="f751afb3-89ee-4adb-bf46-b352b62550b4" providerId="ADAL" clId="{A5BB3A64-C60C-45E9-BAE7-11B96E1E2D18}" dt="2026-01-14T09:55:37.491" v="248" actId="14100"/>
          <ac:spMkLst>
            <pc:docMk/>
            <pc:sldMk cId="4050248657" sldId="258"/>
            <ac:spMk id="2" creationId="{F4F36A85-40C1-99E5-A3BA-3666774AE73E}"/>
          </ac:spMkLst>
        </pc:spChg>
        <pc:spChg chg="mod">
          <ac:chgData name="Gillett, Richard" userId="f751afb3-89ee-4adb-bf46-b352b62550b4" providerId="ADAL" clId="{A5BB3A64-C60C-45E9-BAE7-11B96E1E2D18}" dt="2026-01-14T09:55:55.459" v="251" actId="14100"/>
          <ac:spMkLst>
            <pc:docMk/>
            <pc:sldMk cId="4050248657" sldId="258"/>
            <ac:spMk id="3" creationId="{376C39B9-C8C6-2B76-BE87-956DBD5F86B7}"/>
          </ac:spMkLst>
        </pc:spChg>
        <pc:spChg chg="mod">
          <ac:chgData name="Gillett, Richard" userId="f751afb3-89ee-4adb-bf46-b352b62550b4" providerId="ADAL" clId="{A5BB3A64-C60C-45E9-BAE7-11B96E1E2D18}" dt="2026-01-14T09:55:45.683" v="250" actId="1076"/>
          <ac:spMkLst>
            <pc:docMk/>
            <pc:sldMk cId="4050248657" sldId="258"/>
            <ac:spMk id="5" creationId="{6CF5C07D-A98D-DF62-0C9B-BAA4238D66ED}"/>
          </ac:spMkLst>
        </pc:spChg>
        <pc:spChg chg="mod">
          <ac:chgData name="Gillett, Richard" userId="f751afb3-89ee-4adb-bf46-b352b62550b4" providerId="ADAL" clId="{A5BB3A64-C60C-45E9-BAE7-11B96E1E2D18}" dt="2026-01-14T09:55:42.353" v="249" actId="1076"/>
          <ac:spMkLst>
            <pc:docMk/>
            <pc:sldMk cId="4050248657" sldId="258"/>
            <ac:spMk id="6" creationId="{4D0EF5F5-7D75-0122-641F-0ACF5C0197B5}"/>
          </ac:spMkLst>
        </pc:spChg>
        <pc:spChg chg="mod">
          <ac:chgData name="Gillett, Richard" userId="f751afb3-89ee-4adb-bf46-b352b62550b4" providerId="ADAL" clId="{A5BB3A64-C60C-45E9-BAE7-11B96E1E2D18}" dt="2026-01-14T09:55:24.531" v="247" actId="14100"/>
          <ac:spMkLst>
            <pc:docMk/>
            <pc:sldMk cId="4050248657" sldId="258"/>
            <ac:spMk id="9" creationId="{F98833C7-4F68-7FFA-40F5-A320C257F350}"/>
          </ac:spMkLst>
        </pc:spChg>
      </pc:sldChg>
      <pc:sldMasterChg chg="addSp delSp modSp mod modSldLayout">
        <pc:chgData name="Gillett, Richard" userId="f751afb3-89ee-4adb-bf46-b352b62550b4" providerId="ADAL" clId="{A5BB3A64-C60C-45E9-BAE7-11B96E1E2D18}" dt="2026-02-05T07:26:13.627" v="547" actId="20577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A5BB3A64-C60C-45E9-BAE7-11B96E1E2D18}" dt="2026-01-20T23:46:41.004" v="450" actId="1037"/>
          <ac:spMkLst>
            <pc:docMk/>
            <pc:sldMasterMk cId="2640799190" sldId="2147483660"/>
            <ac:spMk id="2" creationId="{90655420-6EA9-5F63-7C35-D9F4AC476BF3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5" creationId="{DDED3903-CAB7-41CA-89B1-D9EA830E52B1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6" creationId="{73264F93-7C4A-0409-C092-4FC84D07FF50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7" creationId="{02659D08-A492-6C14-CC11-C5E5353DC8E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9" creationId="{51BB66DC-A71C-7993-D837-20988916AC0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0" creationId="{095A6460-B1AA-2316-FDA5-EA70CFCA2BC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2" creationId="{5C3F94B2-845B-8C14-618C-0011EF5ACAFC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3" creationId="{68726AF4-FDF9-481F-5FAC-5D44970F8F1A}"/>
          </ac:spMkLst>
        </pc:spChg>
        <pc:spChg chg="add mod">
          <ac:chgData name="Gillett, Richard" userId="f751afb3-89ee-4adb-bf46-b352b62550b4" providerId="ADAL" clId="{A5BB3A64-C60C-45E9-BAE7-11B96E1E2D18}" dt="2026-02-05T07:26:13.627" v="547" actId="20577"/>
          <ac:spMkLst>
            <pc:docMk/>
            <pc:sldMasterMk cId="2640799190" sldId="2147483660"/>
            <ac:spMk id="15" creationId="{0A8B2BEF-EC4A-AACD-7AC0-27A940353D18}"/>
          </ac:spMkLst>
        </pc:spChg>
        <pc:spChg chg="add mod">
          <ac:chgData name="Gillett, Richard" userId="f751afb3-89ee-4adb-bf46-b352b62550b4" providerId="ADAL" clId="{A5BB3A64-C60C-45E9-BAE7-11B96E1E2D18}" dt="2026-01-14T12:51:35.569" v="348" actId="1038"/>
          <ac:spMkLst>
            <pc:docMk/>
            <pc:sldMasterMk cId="2640799190" sldId="2147483660"/>
            <ac:spMk id="16" creationId="{2AB87B99-53BD-A3E1-EC73-2148133BEA33}"/>
          </ac:spMkLst>
        </pc:spChg>
        <pc:grpChg chg="mod">
          <ac:chgData name="Gillett, Richard" userId="f751afb3-89ee-4adb-bf46-b352b62550b4" providerId="ADAL" clId="{A5BB3A64-C60C-45E9-BAE7-11B96E1E2D18}" dt="2026-01-20T23:46:41.004" v="450" actId="1037"/>
          <ac:grpSpMkLst>
            <pc:docMk/>
            <pc:sldMasterMk cId="2640799190" sldId="2147483660"/>
            <ac:grpSpMk id="3" creationId="{8DD6D3AA-4BA7-8A63-733C-C14EAA9FDEB7}"/>
          </ac:grpSpMkLst>
        </pc:grp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8" creationId="{FC50643C-7F7A-970E-D291-1F4400B91FB4}"/>
          </ac:picMkLst>
        </pc:pic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11" creationId="{5431439A-A48B-90A9-75ED-DBECEC227C72}"/>
          </ac:picMkLst>
        </pc:picChg>
        <pc:picChg chg="add mod modCrop">
          <ac:chgData name="Gillett, Richard" userId="f751afb3-89ee-4adb-bf46-b352b62550b4" providerId="ADAL" clId="{A5BB3A64-C60C-45E9-BAE7-11B96E1E2D18}" dt="2026-01-14T12:53:03.702" v="362" actId="1037"/>
          <ac:picMkLst>
            <pc:docMk/>
            <pc:sldMasterMk cId="2640799190" sldId="2147483660"/>
            <ac:picMk id="18" creationId="{CA3877DB-6975-A75F-DBFC-236D4FEC401C}"/>
          </ac:picMkLst>
        </pc:picChg>
        <pc:sldLayoutChg chg="addSp delSp modSp mod">
          <pc:chgData name="Gillett, Richard" userId="f751afb3-89ee-4adb-bf46-b352b62550b4" providerId="ADAL" clId="{A5BB3A64-C60C-45E9-BAE7-11B96E1E2D18}" dt="2026-01-20T23:56:46.184" v="545" actId="962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A5BB3A64-C60C-45E9-BAE7-11B96E1E2D18}" dt="2026-01-14T09:54:56.492" v="245" actId="122"/>
            <ac:spMkLst>
              <pc:docMk/>
              <pc:sldMasterMk cId="2640799190" sldId="2147483660"/>
              <pc:sldLayoutMk cId="1363397331" sldId="2147483661"/>
              <ac:spMk id="2" creationId="{4EA715C1-D099-5522-9B8D-6FE225FA3DB4}"/>
            </ac:spMkLst>
          </pc:spChg>
          <pc:spChg chg="add mod">
            <ac:chgData name="Gillett, Richard" userId="f751afb3-89ee-4adb-bf46-b352b62550b4" providerId="ADAL" clId="{A5BB3A64-C60C-45E9-BAE7-11B96E1E2D18}" dt="2026-01-20T23:56:46.184" v="545" actId="962"/>
            <ac:spMkLst>
              <pc:docMk/>
              <pc:sldMasterMk cId="2640799190" sldId="2147483660"/>
              <pc:sldLayoutMk cId="1363397331" sldId="2147483661"/>
              <ac:spMk id="5" creationId="{C71ECDB7-514B-3457-61EC-0EDD81FFB2F9}"/>
            </ac:spMkLst>
          </pc:spChg>
          <pc:spChg chg="mod">
            <ac:chgData name="Gillett, Richard" userId="f751afb3-89ee-4adb-bf46-b352b62550b4" providerId="ADAL" clId="{A5BB3A64-C60C-45E9-BAE7-11B96E1E2D18}" dt="2026-01-20T23:50:54.556" v="524" actId="1038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A5BB3A64-C60C-45E9-BAE7-11B96E1E2D18}" dt="2026-01-20T23:50:49.283" v="512" actId="1037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A5BB3A64-C60C-45E9-BAE7-11B96E1E2D18}" dt="2026-01-14T04:45:07.872" v="47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A5BB3A64-C60C-45E9-BAE7-11B96E1E2D18}" dt="2026-01-20T23:51:06.490" v="544" actId="1038"/>
            <ac:spMkLst>
              <pc:docMk/>
              <pc:sldMasterMk cId="2640799190" sldId="2147483660"/>
              <pc:sldLayoutMk cId="1363397331" sldId="2147483661"/>
              <ac:spMk id="37" creationId="{814A0012-CF31-67AE-4E97-AA42CBE2A6AE}"/>
            </ac:spMkLst>
          </pc:spChg>
          <pc:spChg chg="mod">
            <ac:chgData name="Gillett, Richard" userId="f751afb3-89ee-4adb-bf46-b352b62550b4" providerId="ADAL" clId="{A5BB3A64-C60C-45E9-BAE7-11B96E1E2D18}" dt="2026-01-20T23:50:49.283" v="512" actId="1037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A5BB3A64-C60C-45E9-BAE7-11B96E1E2D18}" dt="2026-01-20T23:51:03.260" v="541" actId="1037"/>
            <ac:spMkLst>
              <pc:docMk/>
              <pc:sldMasterMk cId="2640799190" sldId="2147483660"/>
              <pc:sldLayoutMk cId="1363397331" sldId="2147483661"/>
              <ac:spMk id="39" creationId="{2BD6D79E-3784-39A1-5BE0-598EDD61CF3D}"/>
            </ac:spMkLst>
          </pc:spChg>
          <pc:spChg chg="mod">
            <ac:chgData name="Gillett, Richard" userId="f751afb3-89ee-4adb-bf46-b352b62550b4" providerId="ADAL" clId="{A5BB3A64-C60C-45E9-BAE7-11B96E1E2D18}" dt="2026-01-20T23:47:26.475" v="451" actId="255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A5BB3A64-C60C-45E9-BAE7-11B96E1E2D18}" dt="2026-01-20T23:47:26.475" v="451" actId="255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mod">
            <ac:chgData name="Gillett, Richard" userId="f751afb3-89ee-4adb-bf46-b352b62550b4" providerId="ADAL" clId="{A5BB3A64-C60C-45E9-BAE7-11B96E1E2D18}" dt="2026-01-20T23:50:54.556" v="524" actId="1038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mod">
            <ac:chgData name="Gillett, Richard" userId="f751afb3-89ee-4adb-bf46-b352b62550b4" providerId="ADAL" clId="{A5BB3A64-C60C-45E9-BAE7-11B96E1E2D18}" dt="2026-01-14T12:54:25.126" v="369" actId="242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mod">
            <ac:chgData name="Gillett, Richard" userId="f751afb3-89ee-4adb-bf46-b352b62550b4" providerId="ADAL" clId="{A5BB3A64-C60C-45E9-BAE7-11B96E1E2D18}" dt="2026-01-20T23:46:31.115" v="434" actId="1037"/>
            <ac:spMkLst>
              <pc:docMk/>
              <pc:sldMasterMk cId="2640799190" sldId="2147483660"/>
              <pc:sldLayoutMk cId="1363397331" sldId="2147483661"/>
              <ac:spMk id="44" creationId="{0E14B21D-632D-7EFD-12FE-450DCBD0C24C}"/>
            </ac:spMkLst>
          </pc:spChg>
          <pc:spChg chg="mod">
            <ac:chgData name="Gillett, Richard" userId="f751afb3-89ee-4adb-bf46-b352b62550b4" providerId="ADAL" clId="{A5BB3A64-C60C-45E9-BAE7-11B96E1E2D18}" dt="2026-01-14T08:58:47.802" v="210" actId="114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A5BB3A64-C60C-45E9-BAE7-11B96E1E2D18}" dt="2026-01-20T23:50:00.509" v="479" actId="6549"/>
            <ac:spMkLst>
              <pc:docMk/>
              <pc:sldMasterMk cId="2640799190" sldId="2147483660"/>
              <pc:sldLayoutMk cId="1363397331" sldId="2147483661"/>
              <ac:spMk id="46" creationId="{6C6C5E27-B920-6468-D3D0-CF1BF1645A0B}"/>
            </ac:spMkLst>
          </pc:spChg>
          <pc:spChg chg="mod">
            <ac:chgData name="Gillett, Richard" userId="f751afb3-89ee-4adb-bf46-b352b62550b4" providerId="ADAL" clId="{A5BB3A64-C60C-45E9-BAE7-11B96E1E2D18}" dt="2026-01-14T04:44:57.124" v="46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mod">
            <ac:chgData name="Gillett, Richard" userId="f751afb3-89ee-4adb-bf46-b352b62550b4" providerId="ADAL" clId="{A5BB3A64-C60C-45E9-BAE7-11B96E1E2D18}" dt="2026-01-20T23:50:49.283" v="512" actId="1037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mod">
            <ac:chgData name="Gillett, Richard" userId="f751afb3-89ee-4adb-bf46-b352b62550b4" providerId="ADAL" clId="{A5BB3A64-C60C-45E9-BAE7-11B96E1E2D18}" dt="2026-01-20T23:50:54.556" v="524" actId="1038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picChg chg="add mod modCrop">
            <ac:chgData name="Gillett, Richard" userId="f751afb3-89ee-4adb-bf46-b352b62550b4" providerId="ADAL" clId="{A5BB3A64-C60C-45E9-BAE7-11B96E1E2D18}" dt="2026-01-14T08:57:56.993" v="155" actId="1076"/>
            <ac:picMkLst>
              <pc:docMk/>
              <pc:sldMasterMk cId="2640799190" sldId="2147483660"/>
              <pc:sldLayoutMk cId="1363397331" sldId="2147483661"/>
              <ac:picMk id="3" creationId="{9498E89D-FFFB-BD02-CB4A-C6AF63419FA9}"/>
            </ac:picMkLst>
          </pc:picChg>
          <pc:picChg chg="add mod ord">
            <ac:chgData name="Gillett, Richard" userId="f751afb3-89ee-4adb-bf46-b352b62550b4" providerId="ADAL" clId="{A5BB3A64-C60C-45E9-BAE7-11B96E1E2D18}" dt="2026-01-20T23:50:43.648" v="502" actId="14100"/>
            <ac:picMkLst>
              <pc:docMk/>
              <pc:sldMasterMk cId="2640799190" sldId="2147483660"/>
              <pc:sldLayoutMk cId="1363397331" sldId="2147483661"/>
              <ac:picMk id="6" creationId="{5F294ACB-2AAB-53EB-3D12-B7F8668F3ED8}"/>
            </ac:picMkLst>
          </pc:picChg>
          <pc:picChg chg="mod">
            <ac:chgData name="Gillett, Richard" userId="f751afb3-89ee-4adb-bf46-b352b62550b4" providerId="ADAL" clId="{A5BB3A64-C60C-45E9-BAE7-11B96E1E2D18}" dt="2026-01-20T23:50:54.556" v="524" actId="1038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mod">
            <ac:chgData name="Gillett, Richard" userId="f751afb3-89ee-4adb-bf46-b352b62550b4" providerId="ADAL" clId="{A5BB3A64-C60C-45E9-BAE7-11B96E1E2D18}" dt="2026-01-20T23:50:49.283" v="512" actId="1037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  <pc:spChg chg="mod">
          <ac:chgData name="Gillett, Richard" userId="f751afb3-89ee-4adb-bf46-b352b62550b4" providerId="ADAL" clId="{DEA488FC-94AF-4063-9B1C-28C28240276E}" dt="2025-12-15T12:39:28.813" v="689" actId="1076"/>
          <ac:spMkLst>
            <pc:docMk/>
            <pc:sldMk cId="4050248657" sldId="258"/>
            <ac:spMk id="4" creationId="{363DA828-FFB0-A7BA-2F8B-AF0D49FEE4F3}"/>
          </ac:spMkLst>
        </pc:spChg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DEA488FC-94AF-4063-9B1C-28C28240276E}" dt="2025-12-29T12:30:10.729" v="2709" actId="6549"/>
          <ac:spMkLst>
            <pc:docMk/>
            <pc:sldMasterMk cId="2640799190" sldId="2147483660"/>
            <ac:spMk id="14" creationId="{465D00C7-B8A6-3024-4A5D-41B448AA8CD8}"/>
          </ac:spMkLst>
        </pc:spChg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2" creationId="{F4F36A85-40C1-99E5-A3BA-3666774AE73E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5" creationId="{6CF5C07D-A98D-DF62-0C9B-BAA4238D66ED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6" creationId="{4D0EF5F5-7D75-0122-641F-0ACF5C0197B5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7" creationId="{62D50CFE-DF50-09A4-5E58-2ABFD4312156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8" creationId="{9C6C04CB-0A51-4268-896C-ADCF3E056A71}"/>
          </ac:spMkLst>
        </pc:spChg>
        <pc:spChg chg="mod">
          <ac:chgData name="Gillett, Richard" userId="f751afb3-89ee-4adb-bf46-b352b62550b4" providerId="ADAL" clId="{E1DC7D8A-5337-4AAE-9935-D0A80B248513}" dt="2026-01-13T09:39:19.990" v="1024" actId="14100"/>
          <ac:spMkLst>
            <pc:docMk/>
            <pc:sldMk cId="4050248657" sldId="258"/>
            <ac:spMk id="9" creationId="{F98833C7-4F68-7FFA-40F5-A320C257F350}"/>
          </ac:spMkLst>
        </pc:spChg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E1DC7D8A-5337-4AAE-9935-D0A80B248513}" dt="2026-01-10T12:08:58.603" v="738" actId="20577"/>
          <ac:spMkLst>
            <pc:docMk/>
            <pc:sldMasterMk cId="2640799190" sldId="2147483660"/>
            <ac:spMk id="14" creationId="{465D00C7-B8A6-3024-4A5D-41B448AA8CD8}"/>
          </ac:spMkLst>
        </pc:spChg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E1DC7D8A-5337-4AAE-9935-D0A80B248513}" dt="2026-01-10T11:49:48.696" v="648" actId="1038"/>
            <ac:spMkLst>
              <pc:docMk/>
              <pc:sldMasterMk cId="2640799190" sldId="2147483660"/>
              <pc:sldLayoutMk cId="1363397331" sldId="2147483661"/>
              <ac:spMk id="17" creationId="{E153B05D-1487-8051-2ADA-5CCDC9A62160}"/>
            </ac:spMkLst>
          </pc:spChg>
          <pc:spChg chg="add mod">
            <ac:chgData name="Gillett, Richard" userId="f751afb3-89ee-4adb-bf46-b352b62550b4" providerId="ADAL" clId="{E1DC7D8A-5337-4AAE-9935-D0A80B248513}" dt="2026-01-11T11:56:31.392" v="896" actId="1076"/>
            <ac:spMkLst>
              <pc:docMk/>
              <pc:sldMasterMk cId="2640799190" sldId="2147483660"/>
              <pc:sldLayoutMk cId="1363397331" sldId="2147483661"/>
              <ac:spMk id="18" creationId="{F398ED92-E238-6D9E-B3F0-984D6E2E8650}"/>
            </ac:spMkLst>
          </pc:spChg>
          <pc:spChg chg="mod">
            <ac:chgData name="Gillett, Richard" userId="f751afb3-89ee-4adb-bf46-b352b62550b4" providerId="ADAL" clId="{E1DC7D8A-5337-4AAE-9935-D0A80B248513}" dt="2026-01-10T14:21:05.082" v="891" actId="207"/>
            <ac:spMkLst>
              <pc:docMk/>
              <pc:sldMasterMk cId="2640799190" sldId="2147483660"/>
              <pc:sldLayoutMk cId="1363397331" sldId="2147483661"/>
              <ac:spMk id="20" creationId="{4AAEA4BB-C109-28FA-B6A2-6EF5B68D1217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E1DC7D8A-5337-4AAE-9935-D0A80B248513}" dt="2026-01-11T11:56:53.889" v="900" actId="14100"/>
            <ac:spMkLst>
              <pc:docMk/>
              <pc:sldMasterMk cId="2640799190" sldId="2147483660"/>
              <pc:sldLayoutMk cId="1363397331" sldId="2147483661"/>
              <ac:spMk id="37" creationId="{814A0012-CF31-67AE-4E97-AA42CBE2A6AE}"/>
            </ac:spMkLst>
          </pc:spChg>
          <pc:spChg chg="add 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E1DC7D8A-5337-4AAE-9935-D0A80B248513}" dt="2026-01-10T11:23:37.984" v="633" actId="14100"/>
            <ac:spMkLst>
              <pc:docMk/>
              <pc:sldMasterMk cId="2640799190" sldId="2147483660"/>
              <pc:sldLayoutMk cId="1363397331" sldId="2147483661"/>
              <ac:spMk id="39" creationId="{2BD6D79E-3784-39A1-5BE0-598EDD61CF3D}"/>
            </ac:spMkLst>
          </pc:spChg>
          <pc:spChg chg="add mod">
            <ac:chgData name="Gillett, Richard" userId="f751afb3-89ee-4adb-bf46-b352b62550b4" providerId="ADAL" clId="{E1DC7D8A-5337-4AAE-9935-D0A80B248513}" dt="2026-01-10T11:21:39.576" v="625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add mod">
            <ac:chgData name="Gillett, Richard" userId="f751afb3-89ee-4adb-bf46-b352b62550b4" providerId="ADAL" clId="{E1DC7D8A-5337-4AAE-9935-D0A80B248513}" dt="2026-01-13T09:37:43.132" v="1008" actId="1076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add mod">
            <ac:chgData name="Gillett, Richard" userId="f751afb3-89ee-4adb-bf46-b352b62550b4" providerId="ADAL" clId="{E1DC7D8A-5337-4AAE-9935-D0A80B248513}" dt="2026-01-08T00:11:36.732" v="312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E1DC7D8A-5337-4AAE-9935-D0A80B248513}" dt="2026-01-10T11:49:59.285" v="653" actId="14100"/>
            <ac:spMkLst>
              <pc:docMk/>
              <pc:sldMasterMk cId="2640799190" sldId="2147483660"/>
              <pc:sldLayoutMk cId="1363397331" sldId="2147483661"/>
              <ac:spMk id="46" creationId="{6C6C5E27-B920-6468-D3D0-CF1BF1645A0B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add mod">
            <ac:chgData name="Gillett, Richard" userId="f751afb3-89ee-4adb-bf46-b352b62550b4" providerId="ADAL" clId="{E1DC7D8A-5337-4AAE-9935-D0A80B248513}" dt="2026-01-11T11:57:21.551" v="902" actId="1076"/>
            <ac:spMkLst>
              <pc:docMk/>
              <pc:sldMasterMk cId="2640799190" sldId="2147483660"/>
              <pc:sldLayoutMk cId="1363397331" sldId="2147483661"/>
              <ac:spMk id="48" creationId="{7BD5F46B-2231-6D01-C514-F696C7DDE546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spChg chg="add mod">
            <ac:chgData name="Gillett, Richard" userId="f751afb3-89ee-4adb-bf46-b352b62550b4" providerId="ADAL" clId="{E1DC7D8A-5337-4AAE-9935-D0A80B248513}" dt="2026-01-10T14:21:25.302" v="893" actId="207"/>
            <ac:spMkLst>
              <pc:docMk/>
              <pc:sldMasterMk cId="2640799190" sldId="2147483660"/>
              <pc:sldLayoutMk cId="1363397331" sldId="2147483661"/>
              <ac:spMk id="51" creationId="{BD10F3DD-814C-87B1-F3BC-B6770621C718}"/>
            </ac:spMkLst>
          </pc:spChg>
          <pc:picChg chg="add mod ord">
            <ac:chgData name="Gillett, Richard" userId="f751afb3-89ee-4adb-bf46-b352b62550b4" providerId="ADAL" clId="{E1DC7D8A-5337-4AAE-9935-D0A80B248513}" dt="2026-01-10T14:21:10.907" v="892" actId="1076"/>
            <ac:picMkLst>
              <pc:docMk/>
              <pc:sldMasterMk cId="2640799190" sldId="2147483660"/>
              <pc:sldLayoutMk cId="1363397331" sldId="2147483661"/>
              <ac:picMk id="14" creationId="{E8591D62-F0EC-DF4B-55A0-003CBCE760CC}"/>
            </ac:picMkLst>
          </pc:picChg>
          <pc:picChg chg="mod">
            <ac:chgData name="Gillett, Richard" userId="f751afb3-89ee-4adb-bf46-b352b62550b4" providerId="ADAL" clId="{E1DC7D8A-5337-4AAE-9935-D0A80B248513}" dt="2026-01-10T11:49:48.696" v="648" actId="1038"/>
            <ac:picMkLst>
              <pc:docMk/>
              <pc:sldMasterMk cId="2640799190" sldId="2147483660"/>
              <pc:sldLayoutMk cId="1363397331" sldId="2147483661"/>
              <ac:picMk id="30" creationId="{11D4B853-1ADD-0145-DAD2-521BC0A43308}"/>
            </ac:picMkLst>
          </pc:picChg>
          <pc:picChg chg="add mod ord modCrop">
            <ac:chgData name="Gillett, Richard" userId="f751afb3-89ee-4adb-bf46-b352b62550b4" providerId="ADAL" clId="{E1DC7D8A-5337-4AAE-9935-D0A80B248513}" dt="2026-01-11T11:57:37.586" v="905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add mod">
            <ac:chgData name="Gillett, Richard" userId="f751afb3-89ee-4adb-bf46-b352b62550b4" providerId="ADAL" clId="{E1DC7D8A-5337-4AAE-9935-D0A80B248513}" dt="2026-01-13T09:37:49.877" v="1013" actId="1035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  <pc:cxnChg chg="mod">
            <ac:chgData name="Gillett, Richard" userId="f751afb3-89ee-4adb-bf46-b352b62550b4" providerId="ADAL" clId="{E1DC7D8A-5337-4AAE-9935-D0A80B248513}" dt="2026-01-11T11:57:10.271" v="901" actId="1076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63D0502C-E45B-42C2-8995-A2AEF517A4FA}"/>
    <pc:docChg chg="undo custSel modMainMaster">
      <pc:chgData name="Gillett, Richard" userId="f751afb3-89ee-4adb-bf46-b352b62550b4" providerId="ADAL" clId="{63D0502C-E45B-42C2-8995-A2AEF517A4FA}" dt="2026-03-04T04:53:56.357" v="273" actId="962"/>
      <pc:docMkLst>
        <pc:docMk/>
      </pc:docMkLst>
      <pc:sldMasterChg chg="modSp mod modSldLayout">
        <pc:chgData name="Gillett, Richard" userId="f751afb3-89ee-4adb-bf46-b352b62550b4" providerId="ADAL" clId="{63D0502C-E45B-42C2-8995-A2AEF517A4FA}" dt="2026-03-04T04:53:56.357" v="273" actId="962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63D0502C-E45B-42C2-8995-A2AEF517A4FA}" dt="2026-03-04T03:20:57.542" v="121" actId="962"/>
          <ac:spMkLst>
            <pc:docMk/>
            <pc:sldMasterMk cId="2640799190" sldId="2147483660"/>
            <ac:spMk id="2" creationId="{90655420-6EA9-5F63-7C35-D9F4AC476BF3}"/>
          </ac:spMkLst>
        </pc:spChg>
        <pc:spChg chg="mod">
          <ac:chgData name="Gillett, Richard" userId="f751afb3-89ee-4adb-bf46-b352b62550b4" providerId="ADAL" clId="{63D0502C-E45B-42C2-8995-A2AEF517A4FA}" dt="2026-03-04T03:21:42.268" v="250" actId="1036"/>
          <ac:spMkLst>
            <pc:docMk/>
            <pc:sldMasterMk cId="2640799190" sldId="2147483660"/>
            <ac:spMk id="10" creationId="{095A6460-B1AA-2316-FDA5-EA70CFCA2BCE}"/>
          </ac:spMkLst>
        </pc:spChg>
        <pc:spChg chg="mod ord">
          <ac:chgData name="Gillett, Richard" userId="f751afb3-89ee-4adb-bf46-b352b62550b4" providerId="ADAL" clId="{63D0502C-E45B-42C2-8995-A2AEF517A4FA}" dt="2026-03-04T03:20:27.390" v="119" actId="13244"/>
          <ac:spMkLst>
            <pc:docMk/>
            <pc:sldMasterMk cId="2640799190" sldId="2147483660"/>
            <ac:spMk id="15" creationId="{0A8B2BEF-EC4A-AACD-7AC0-27A940353D18}"/>
          </ac:spMkLst>
        </pc:spChg>
        <pc:spChg chg="mod">
          <ac:chgData name="Gillett, Richard" userId="f751afb3-89ee-4adb-bf46-b352b62550b4" providerId="ADAL" clId="{63D0502C-E45B-42C2-8995-A2AEF517A4FA}" dt="2026-03-04T03:20:25.021" v="118" actId="962"/>
          <ac:spMkLst>
            <pc:docMk/>
            <pc:sldMasterMk cId="2640799190" sldId="2147483660"/>
            <ac:spMk id="16" creationId="{2AB87B99-53BD-A3E1-EC73-2148133BEA33}"/>
          </ac:spMkLst>
        </pc:spChg>
        <pc:grpChg chg="mod">
          <ac:chgData name="Gillett, Richard" userId="f751afb3-89ee-4adb-bf46-b352b62550b4" providerId="ADAL" clId="{63D0502C-E45B-42C2-8995-A2AEF517A4FA}" dt="2026-03-04T03:21:07.524" v="122" actId="962"/>
          <ac:grpSpMkLst>
            <pc:docMk/>
            <pc:sldMasterMk cId="2640799190" sldId="2147483660"/>
            <ac:grpSpMk id="3" creationId="{8DD6D3AA-4BA7-8A63-733C-C14EAA9FDEB7}"/>
          </ac:grpSpMkLst>
        </pc:grpChg>
        <pc:picChg chg="mod">
          <ac:chgData name="Gillett, Richard" userId="f751afb3-89ee-4adb-bf46-b352b62550b4" providerId="ADAL" clId="{63D0502C-E45B-42C2-8995-A2AEF517A4FA}" dt="2026-03-04T03:19:52.360" v="115" actId="962"/>
          <ac:picMkLst>
            <pc:docMk/>
            <pc:sldMasterMk cId="2640799190" sldId="2147483660"/>
            <ac:picMk id="18" creationId="{CA3877DB-6975-A75F-DBFC-236D4FEC401C}"/>
          </ac:picMkLst>
        </pc:picChg>
        <pc:sldLayoutChg chg="addSp delSp modSp mod">
          <pc:chgData name="Gillett, Richard" userId="f751afb3-89ee-4adb-bf46-b352b62550b4" providerId="ADAL" clId="{63D0502C-E45B-42C2-8995-A2AEF517A4FA}" dt="2026-03-04T04:53:56.357" v="273" actId="962"/>
          <pc:sldLayoutMkLst>
            <pc:docMk/>
            <pc:sldMasterMk cId="2640799190" sldId="2147483660"/>
            <pc:sldLayoutMk cId="1363397331" sldId="2147483661"/>
          </pc:sldLayoutMkLst>
          <pc:spChg chg="mod">
            <ac:chgData name="Gillett, Richard" userId="f751afb3-89ee-4adb-bf46-b352b62550b4" providerId="ADAL" clId="{63D0502C-E45B-42C2-8995-A2AEF517A4FA}" dt="2026-03-04T03:19:16.793" v="113" actId="962"/>
            <ac:spMkLst>
              <pc:docMk/>
              <pc:sldMasterMk cId="2640799190" sldId="2147483660"/>
              <pc:sldLayoutMk cId="1363397331" sldId="2147483661"/>
              <ac:spMk id="2" creationId="{4EA715C1-D099-5522-9B8D-6FE225FA3DB4}"/>
            </ac:spMkLst>
          </pc:spChg>
          <pc:spChg chg="mod">
            <ac:chgData name="Gillett, Richard" userId="f751afb3-89ee-4adb-bf46-b352b62550b4" providerId="ADAL" clId="{63D0502C-E45B-42C2-8995-A2AEF517A4FA}" dt="2026-03-04T03:09:32.219" v="97" actId="962"/>
            <ac:spMkLst>
              <pc:docMk/>
              <pc:sldMasterMk cId="2640799190" sldId="2147483660"/>
              <pc:sldLayoutMk cId="1363397331" sldId="2147483661"/>
              <ac:spMk id="37" creationId="{814A0012-CF31-67AE-4E97-AA42CBE2A6AE}"/>
            </ac:spMkLst>
          </pc:spChg>
          <pc:spChg chg="mod">
            <ac:chgData name="Gillett, Richard" userId="f751afb3-89ee-4adb-bf46-b352b62550b4" providerId="ADAL" clId="{63D0502C-E45B-42C2-8995-A2AEF517A4FA}" dt="2026-03-04T03:52:28.904" v="255" actId="962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mod">
            <ac:chgData name="Gillett, Richard" userId="f751afb3-89ee-4adb-bf46-b352b62550b4" providerId="ADAL" clId="{63D0502C-E45B-42C2-8995-A2AEF517A4FA}" dt="2026-03-04T03:52:21.319" v="254" actId="962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mod">
            <ac:chgData name="Gillett, Richard" userId="f751afb3-89ee-4adb-bf46-b352b62550b4" providerId="ADAL" clId="{63D0502C-E45B-42C2-8995-A2AEF517A4FA}" dt="2026-03-04T03:09:22.840" v="96" actId="962"/>
            <ac:spMkLst>
              <pc:docMk/>
              <pc:sldMasterMk cId="2640799190" sldId="2147483660"/>
              <pc:sldLayoutMk cId="1363397331" sldId="2147483661"/>
              <ac:spMk id="48" creationId="{7BD5F46B-2231-6D01-C514-F696C7DDE546}"/>
            </ac:spMkLst>
          </pc:spChg>
          <pc:spChg chg="del">
            <ac:chgData name="Gillett, Richard" userId="f751afb3-89ee-4adb-bf46-b352b62550b4" providerId="ADAL" clId="{63D0502C-E45B-42C2-8995-A2AEF517A4FA}" dt="2026-03-04T04:53:43.033" v="272" actId="478"/>
            <ac:spMkLst>
              <pc:docMk/>
              <pc:sldMasterMk cId="2640799190" sldId="2147483660"/>
              <pc:sldLayoutMk cId="1363397331" sldId="2147483661"/>
              <ac:spMk id="54" creationId="{72162AC7-06C3-FF5B-97D1-CAC55BA97C08}"/>
            </ac:spMkLst>
          </pc:spChg>
          <pc:spChg chg="del">
            <ac:chgData name="Gillett, Richard" userId="f751afb3-89ee-4adb-bf46-b352b62550b4" providerId="ADAL" clId="{63D0502C-E45B-42C2-8995-A2AEF517A4FA}" dt="2026-03-04T04:53:40.646" v="271" actId="478"/>
            <ac:spMkLst>
              <pc:docMk/>
              <pc:sldMasterMk cId="2640799190" sldId="2147483660"/>
              <pc:sldLayoutMk cId="1363397331" sldId="2147483661"/>
              <ac:spMk id="70" creationId="{80E4E7D2-CED9-89CE-285F-E8D7729CB3D0}"/>
            </ac:spMkLst>
          </pc:spChg>
          <pc:picChg chg="mod">
            <ac:chgData name="Gillett, Richard" userId="f751afb3-89ee-4adb-bf46-b352b62550b4" providerId="ADAL" clId="{63D0502C-E45B-42C2-8995-A2AEF517A4FA}" dt="2026-03-04T03:19:03.923" v="112" actId="962"/>
            <ac:picMkLst>
              <pc:docMk/>
              <pc:sldMasterMk cId="2640799190" sldId="2147483660"/>
              <pc:sldLayoutMk cId="1363397331" sldId="2147483661"/>
              <ac:picMk id="3" creationId="{9498E89D-FFFB-BD02-CB4A-C6AF63419FA9}"/>
            </ac:picMkLst>
          </pc:picChg>
          <pc:picChg chg="mod">
            <ac:chgData name="Gillett, Richard" userId="f751afb3-89ee-4adb-bf46-b352b62550b4" providerId="ADAL" clId="{63D0502C-E45B-42C2-8995-A2AEF517A4FA}" dt="2026-03-04T03:23:09.982" v="252" actId="962"/>
            <ac:picMkLst>
              <pc:docMk/>
              <pc:sldMasterMk cId="2640799190" sldId="2147483660"/>
              <pc:sldLayoutMk cId="1363397331" sldId="2147483661"/>
              <ac:picMk id="6" creationId="{5F294ACB-2AAB-53EB-3D12-B7F8668F3ED8}"/>
            </ac:picMkLst>
          </pc:picChg>
          <pc:picChg chg="add del mod">
            <ac:chgData name="Gillett, Richard" userId="f751afb3-89ee-4adb-bf46-b352b62550b4" providerId="ADAL" clId="{63D0502C-E45B-42C2-8995-A2AEF517A4FA}" dt="2026-03-04T02:21:29.476" v="14" actId="478"/>
            <ac:picMkLst>
              <pc:docMk/>
              <pc:sldMasterMk cId="2640799190" sldId="2147483660"/>
              <pc:sldLayoutMk cId="1363397331" sldId="2147483661"/>
              <ac:picMk id="8" creationId="{592DBDCA-0729-9238-8961-07C5B705BEC2}"/>
            </ac:picMkLst>
          </pc:picChg>
          <pc:picChg chg="add del mod modCrop">
            <ac:chgData name="Gillett, Richard" userId="f751afb3-89ee-4adb-bf46-b352b62550b4" providerId="ADAL" clId="{63D0502C-E45B-42C2-8995-A2AEF517A4FA}" dt="2026-03-04T02:30:50.208" v="81" actId="478"/>
            <ac:picMkLst>
              <pc:docMk/>
              <pc:sldMasterMk cId="2640799190" sldId="2147483660"/>
              <pc:sldLayoutMk cId="1363397331" sldId="2147483661"/>
              <ac:picMk id="10" creationId="{2C6CCDBB-E1C2-F740-E4F1-B2732535C087}"/>
            </ac:picMkLst>
          </pc:picChg>
          <pc:picChg chg="add mod modCrop">
            <ac:chgData name="Gillett, Richard" userId="f751afb3-89ee-4adb-bf46-b352b62550b4" providerId="ADAL" clId="{63D0502C-E45B-42C2-8995-A2AEF517A4FA}" dt="2026-03-04T03:10:20.087" v="111" actId="1037"/>
            <ac:picMkLst>
              <pc:docMk/>
              <pc:sldMasterMk cId="2640799190" sldId="2147483660"/>
              <pc:sldLayoutMk cId="1363397331" sldId="2147483661"/>
              <ac:picMk id="12" creationId="{4A335C9F-C929-90C4-EE54-C3B0862F27AB}"/>
            </ac:picMkLst>
          </pc:picChg>
          <pc:picChg chg="add del mod">
            <ac:chgData name="Gillett, Richard" userId="f751afb3-89ee-4adb-bf46-b352b62550b4" providerId="ADAL" clId="{63D0502C-E45B-42C2-8995-A2AEF517A4FA}" dt="2026-03-04T04:07:16.859" v="267" actId="478"/>
            <ac:picMkLst>
              <pc:docMk/>
              <pc:sldMasterMk cId="2640799190" sldId="2147483660"/>
              <pc:sldLayoutMk cId="1363397331" sldId="2147483661"/>
              <ac:picMk id="16" creationId="{B17E2BAD-47C6-B58F-7C8E-FC9836A8BC8B}"/>
            </ac:picMkLst>
          </pc:picChg>
          <pc:picChg chg="del mod">
            <ac:chgData name="Gillett, Richard" userId="f751afb3-89ee-4adb-bf46-b352b62550b4" providerId="ADAL" clId="{63D0502C-E45B-42C2-8995-A2AEF517A4FA}" dt="2026-03-04T03:09:45.426" v="98" actId="478"/>
            <ac:picMkLst>
              <pc:docMk/>
              <pc:sldMasterMk cId="2640799190" sldId="2147483660"/>
              <pc:sldLayoutMk cId="1363397331" sldId="2147483661"/>
              <ac:picMk id="23" creationId="{86633DA3-0DB3-C6C5-5A10-0975EDA3FCAF}"/>
            </ac:picMkLst>
          </pc:picChg>
          <pc:picChg chg="add mod">
            <ac:chgData name="Gillett, Richard" userId="f751afb3-89ee-4adb-bf46-b352b62550b4" providerId="ADAL" clId="{63D0502C-E45B-42C2-8995-A2AEF517A4FA}" dt="2026-03-04T04:53:56.357" v="273" actId="962"/>
            <ac:picMkLst>
              <pc:docMk/>
              <pc:sldMasterMk cId="2640799190" sldId="2147483660"/>
              <pc:sldLayoutMk cId="1363397331" sldId="2147483661"/>
              <ac:picMk id="24" creationId="{C4803C3E-DE7F-2182-D796-F9D9BADE5615}"/>
            </ac:picMkLst>
          </pc:picChg>
          <pc:picChg chg="del mod">
            <ac:chgData name="Gillett, Richard" userId="f751afb3-89ee-4adb-bf46-b352b62550b4" providerId="ADAL" clId="{63D0502C-E45B-42C2-8995-A2AEF517A4FA}" dt="2026-03-04T03:52:05.641" v="253" actId="478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</pc:sldLayoutChg>
      </pc:sldMasterChg>
    </pc:docChg>
  </pc:docChgLst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947C8103-4DC6-4827-8B43-5C2E904880F7}" dt="2026-01-01T07:47:58.823" v="20" actId="1035"/>
          <ac:spMkLst>
            <pc:docMk/>
            <pc:sldMasterMk cId="2640799190" sldId="2147483660"/>
            <ac:spMk id="14" creationId="{465D00C7-B8A6-3024-4A5D-41B448AA8CD8}"/>
          </ac:spMkLst>
        </pc:spChg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12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openxmlformats.org/officeDocument/2006/relationships/hyperlink" Target="https://www.betadisney.com/" TargetMode="External"/><Relationship Id="rId4" Type="http://schemas.microsoft.com/office/2007/relationships/hdphoto" Target="../media/hdphoto1.wdp"/><Relationship Id="rId9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_heart" descr="A human heart with veins and arteries&#10;&#10;AI-generated content may be incorrect.">
            <a:extLst>
              <a:ext uri="{FF2B5EF4-FFF2-40B4-BE49-F238E27FC236}">
                <a16:creationId xmlns:a16="http://schemas.microsoft.com/office/drawing/2014/main" id="{5F294ACB-2AAB-53EB-3D12-B7F8668F3E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63278" y="3332219"/>
            <a:ext cx="3312000" cy="4968001"/>
          </a:xfrm>
          <a:prstGeom prst="rect">
            <a:avLst/>
          </a:prstGeom>
        </p:spPr>
      </p:pic>
      <p:cxnSp>
        <p:nvCxnSpPr>
          <p:cNvPr id="4" name="steth_stem">
            <a:extLst>
              <a:ext uri="{FF2B5EF4-FFF2-40B4-BE49-F238E27FC236}">
                <a16:creationId xmlns:a16="http://schemas.microsoft.com/office/drawing/2014/main" id="{5BB082F5-DE58-9BB3-E67C-CBAE81B32259}"/>
              </a:ext>
            </a:extLst>
          </p:cNvPr>
          <p:cNvCxnSpPr>
            <a:cxnSpLocks/>
          </p:cNvCxnSpPr>
          <p:nvPr userDrawn="1"/>
        </p:nvCxnSpPr>
        <p:spPr>
          <a:xfrm>
            <a:off x="65965" y="8691366"/>
            <a:ext cx="1852" cy="330402"/>
          </a:xfrm>
          <a:prstGeom prst="line">
            <a:avLst/>
          </a:prstGeom>
          <a:ln w="762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2034184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832549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4463014" y="716791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621506" y="727488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020" b="95686" l="10000" r="89767">
                        <a14:foregroundMark x1="28837" y1="9804" x2="44651" y2="9804"/>
                        <a14:foregroundMark x1="55581" y1="9020" x2="69767" y2="9020"/>
                        <a14:foregroundMark x1="31628" y1="52941" x2="37442" y2="63922"/>
                        <a14:foregroundMark x1="55116" y1="27059" x2="66279" y2="43137"/>
                        <a14:foregroundMark x1="66279" y1="19608" x2="65814" y2="34902"/>
                        <a14:foregroundMark x1="30233" y1="17255" x2="30698" y2="23137"/>
                        <a14:foregroundMark x1="30930" y1="90588" x2="47907" y2="96078"/>
                        <a14:foregroundMark x1="47907" y1="96078" x2="71163" y2="901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7992" y="7156664"/>
            <a:ext cx="1193545" cy="710398"/>
          </a:xfrm>
          <a:prstGeom prst="rect">
            <a:avLst/>
          </a:prstGeom>
        </p:spPr>
      </p:pic>
      <p:sp>
        <p:nvSpPr>
          <p:cNvPr id="37" name="ph_radial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86852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8" name="ph_disch_meds_dapt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15721" y="8142019"/>
            <a:ext cx="2820036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015" y="5699295"/>
            <a:ext cx="2051342" cy="94416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1" name="ph_stemi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767" y="8149544"/>
            <a:ext cx="2587573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16695" y="1562072"/>
            <a:ext cx="1979497" cy="344012"/>
          </a:xfrm>
          <a:prstGeom prst="roundRect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l">
              <a:buNone/>
              <a:defRPr sz="1100">
                <a:solidFill>
                  <a:srgbClr val="942260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AU" dirty="0"/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853011" y="168741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7" name="ph_stemi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radial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5876" y="5169844"/>
            <a:ext cx="1003621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disch_meds_dapt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98793" y="7382632"/>
            <a:ext cx="123233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6728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pic>
        <p:nvPicPr>
          <p:cNvPr id="3" name="sample" descr="A red stamp with text&#10;&#10;AI-generated content may be incorrect.">
            <a:extLst>
              <a:ext uri="{FF2B5EF4-FFF2-40B4-BE49-F238E27FC236}">
                <a16:creationId xmlns:a16="http://schemas.microsoft.com/office/drawing/2014/main" id="{9498E89D-FFFB-BD02-CB4A-C6AF63419FA9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rcRect/>
          <a:stretch/>
        </p:blipFill>
        <p:spPr>
          <a:xfrm>
            <a:off x="2134689" y="1391252"/>
            <a:ext cx="2464252" cy="1215059"/>
          </a:xfrm>
          <a:prstGeom prst="rect">
            <a:avLst/>
          </a:prstGeom>
        </p:spPr>
      </p:pic>
      <p:sp>
        <p:nvSpPr>
          <p:cNvPr id="2" name="fake_data">
            <a:extLst>
              <a:ext uri="{FF2B5EF4-FFF2-40B4-BE49-F238E27FC236}">
                <a16:creationId xmlns:a16="http://schemas.microsoft.com/office/drawing/2014/main" id="{4EA715C1-D099-5522-9B8D-6FE225FA3DB4}"/>
              </a:ext>
            </a:extLst>
          </p:cNvPr>
          <p:cNvSpPr/>
          <p:nvPr userDrawn="1"/>
        </p:nvSpPr>
        <p:spPr>
          <a:xfrm rot="20997267">
            <a:off x="2782260" y="2371528"/>
            <a:ext cx="1431931" cy="40778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100" dirty="0"/>
              <a:t>All data is artificially generated!</a:t>
            </a:r>
          </a:p>
        </p:txBody>
      </p:sp>
      <p:sp>
        <p:nvSpPr>
          <p:cNvPr id="5" name="mins">
            <a:extLst>
              <a:ext uri="{FF2B5EF4-FFF2-40B4-BE49-F238E27FC236}">
                <a16:creationId xmlns:a16="http://schemas.microsoft.com/office/drawing/2014/main" id="{C71ECDB7-514B-3457-61EC-0EDD81FFB2F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5329" y="5212474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0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mins</a:t>
            </a:r>
            <a:endParaRPr lang="en-AU" dirty="0"/>
          </a:p>
        </p:txBody>
      </p:sp>
      <p:pic>
        <p:nvPicPr>
          <p:cNvPr id="12" name="icon_radial">
            <a:extLst>
              <a:ext uri="{FF2B5EF4-FFF2-40B4-BE49-F238E27FC236}">
                <a16:creationId xmlns:a16="http://schemas.microsoft.com/office/drawing/2014/main" id="{4A335C9F-C929-90C4-EE54-C3B0862F27A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2383" y1="45117" x2="42383" y2="45117"/>
                        <a14:foregroundMark x1="44141" y1="45605" x2="44141" y2="45605"/>
                        <a14:foregroundMark x1="46777" y1="45703" x2="46777" y2="45703"/>
                        <a14:foregroundMark x1="52734" y1="45996" x2="52734" y2="45996"/>
                        <a14:foregroundMark x1="54492" y1="45996" x2="54492" y2="45996"/>
                        <a14:foregroundMark x1="49805" y1="49121" x2="49805" y2="49121"/>
                        <a14:foregroundMark x1="56738" y1="45605" x2="56738" y2="45605"/>
                        <a14:foregroundMark x1="58887" y1="45996" x2="58887" y2="45996"/>
                        <a14:foregroundMark x1="60547" y1="45801" x2="60547" y2="45801"/>
                        <a14:foregroundMark x1="62988" y1="45996" x2="62988" y2="45996"/>
                        <a14:foregroundMark x1="65723" y1="46191" x2="65723" y2="46191"/>
                        <a14:foregroundMark x1="67188" y1="46191" x2="67188" y2="46191"/>
                        <a14:foregroundMark x1="69336" y1="46094" x2="69336" y2="46094"/>
                        <a14:foregroundMark x1="71875" y1="45996" x2="71875" y2="45996"/>
                        <a14:foregroundMark x1="73730" y1="46582" x2="73730" y2="46582"/>
                        <a14:foregroundMark x1="75684" y1="46777" x2="75684" y2="46777"/>
                        <a14:foregroundMark x1="77637" y1="47656" x2="77637" y2="47656"/>
                      </a14:backgroundRemoval>
                    </a14:imgEffect>
                  </a14:imgLayer>
                </a14:imgProps>
              </a:ext>
            </a:extLst>
          </a:blip>
          <a:srcRect l="9320" t="28301" r="45829" b="33282"/>
          <a:stretch/>
        </p:blipFill>
        <p:spPr>
          <a:xfrm rot="1623292">
            <a:off x="4873079" y="5011030"/>
            <a:ext cx="848642" cy="726915"/>
          </a:xfrm>
          <a:prstGeom prst="rect">
            <a:avLst/>
          </a:prstGeom>
        </p:spPr>
      </p:pic>
      <p:pic>
        <p:nvPicPr>
          <p:cNvPr id="24" name="pic_stemi">
            <a:extLst>
              <a:ext uri="{FF2B5EF4-FFF2-40B4-BE49-F238E27FC236}">
                <a16:creationId xmlns:a16="http://schemas.microsoft.com/office/drawing/2014/main" id="{C4803C3E-DE7F-2182-D796-F9D9BADE561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804989" y="2621587"/>
            <a:ext cx="1138003" cy="1138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as a collaboration between PCI Centres across Western Australian Department of Health &amp; National Cardiac Registry participating centres.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sp>
        <p:nvSpPr>
          <p:cNvPr id="2" name="logo_ncr_title">
            <a:extLst>
              <a:ext uri="{FF2B5EF4-FFF2-40B4-BE49-F238E27FC236}">
                <a16:creationId xmlns:a16="http://schemas.microsoft.com/office/drawing/2014/main" id="{90655420-6EA9-5F63-7C35-D9F4AC476BF3}"/>
              </a:ext>
            </a:extLst>
          </p:cNvPr>
          <p:cNvSpPr>
            <a:spLocks/>
          </p:cNvSpPr>
          <p:nvPr userDrawn="1"/>
        </p:nvSpPr>
        <p:spPr>
          <a:xfrm>
            <a:off x="3459548" y="569853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logo_ncr">
            <a:extLst>
              <a:ext uri="{FF2B5EF4-FFF2-40B4-BE49-F238E27FC236}">
                <a16:creationId xmlns:a16="http://schemas.microsoft.com/office/drawing/2014/main" id="{8DD6D3AA-4BA7-8A63-733C-C14EAA9FDEB7}"/>
              </a:ext>
            </a:extLst>
          </p:cNvPr>
          <p:cNvGrpSpPr>
            <a:grpSpLocks/>
          </p:cNvGrpSpPr>
          <p:nvPr userDrawn="1"/>
        </p:nvGrpSpPr>
        <p:grpSpPr>
          <a:xfrm>
            <a:off x="2388348" y="196248"/>
            <a:ext cx="974356" cy="1153071"/>
            <a:chOff x="0" y="-3791"/>
            <a:chExt cx="852169" cy="1008360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DDED3903-CAB7-41CA-89B1-D9EA830E52B1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73264F93-7C4A-0409-C092-4FC84D07FF50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02659D08-A492-6C14-CC11-C5E5353DC8EE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FC50643C-7F7A-970E-D291-1F4400B91FB4}"/>
                </a:ext>
              </a:extLst>
            </p:cNvPr>
            <p:cNvPicPr/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51BB66DC-A71C-7993-D837-20988916AC0E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095A6460-B1AA-2316-FDA5-EA70CFCA2BCE}"/>
                </a:ext>
              </a:extLst>
            </p:cNvPr>
            <p:cNvSpPr/>
            <p:nvPr userDrawn="1"/>
          </p:nvSpPr>
          <p:spPr>
            <a:xfrm>
              <a:off x="0" y="-3791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5431439A-A48B-90A9-75ED-DBECEC227C72}"/>
                </a:ext>
              </a:extLst>
            </p:cNvPr>
            <p:cNvPicPr/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5C3F94B2-845B-8C14-618C-0011EF5ACAFC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68726AF4-FDF9-481F-5FAC-5D44970F8F1A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</p:grpSp>
      <p:sp>
        <p:nvSpPr>
          <p:cNvPr id="16" name="logo_crowa_subtitle">
            <a:extLst>
              <a:ext uri="{FF2B5EF4-FFF2-40B4-BE49-F238E27FC236}">
                <a16:creationId xmlns:a16="http://schemas.microsoft.com/office/drawing/2014/main" id="{2AB87B99-53BD-A3E1-EC73-2148133BEA33}"/>
              </a:ext>
            </a:extLst>
          </p:cNvPr>
          <p:cNvSpPr txBox="1"/>
          <p:nvPr userDrawn="1"/>
        </p:nvSpPr>
        <p:spPr>
          <a:xfrm>
            <a:off x="216082" y="1335629"/>
            <a:ext cx="20118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Cardiac Registry of Western Australia</a:t>
            </a:r>
          </a:p>
        </p:txBody>
      </p:sp>
      <p:sp>
        <p:nvSpPr>
          <p:cNvPr id="15" name="logo_crowa_title">
            <a:extLst>
              <a:ext uri="{FF2B5EF4-FFF2-40B4-BE49-F238E27FC236}">
                <a16:creationId xmlns:a16="http://schemas.microsoft.com/office/drawing/2014/main" id="{0A8B2BEF-EC4A-AACD-7AC0-27A940353D18}"/>
              </a:ext>
            </a:extLst>
          </p:cNvPr>
          <p:cNvSpPr txBox="1"/>
          <p:nvPr userDrawn="1"/>
        </p:nvSpPr>
        <p:spPr>
          <a:xfrm>
            <a:off x="231102" y="819698"/>
            <a:ext cx="189147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CRoWA</a:t>
            </a:r>
          </a:p>
        </p:txBody>
      </p:sp>
      <p:pic>
        <p:nvPicPr>
          <p:cNvPr id="18" name="logo_crowa" descr="A heart with a pulse line&#10;&#10;AI-generated content may be incorrect.">
            <a:extLst>
              <a:ext uri="{FF2B5EF4-FFF2-40B4-BE49-F238E27FC236}">
                <a16:creationId xmlns:a16="http://schemas.microsoft.com/office/drawing/2014/main" id="{CA3877DB-6975-A75F-DBFC-236D4FEC401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t="6093" b="3989"/>
          <a:stretch/>
        </p:blipFill>
        <p:spPr>
          <a:xfrm>
            <a:off x="549275" y="169781"/>
            <a:ext cx="1119344" cy="80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1945149" cy="967854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905632" y="2216893"/>
            <a:ext cx="1916654" cy="614090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52495" y="8229570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896551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8" y="1714499"/>
            <a:ext cx="1266356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1086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Segoe UI</vt:lpstr>
      <vt:lpstr>Office Theme</vt:lpstr>
      <vt:lpstr>PowerPoint Presentation</vt:lpstr>
    </vt:vector>
  </TitlesOfParts>
  <Company>Western Australia (WA) Department of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PCI Poster</dc:title>
  <dc:subject>Cardiac Registry of Western Australia (CRoWA)</dc:subject>
  <dc:creator>Gillett, Richard</dc:creator>
  <cp:keywords>Richard Gillett</cp:keywords>
  <cp:lastModifiedBy>Gillett, Richard</cp:lastModifiedBy>
  <cp:revision>3</cp:revision>
  <dcterms:created xsi:type="dcterms:W3CDTF">2025-12-08T07:46:39Z</dcterms:created>
  <dcterms:modified xsi:type="dcterms:W3CDTF">2026-03-04T04:54:00Z</dcterms:modified>
  <cp:category>PCI, Quality Improvement (QI)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