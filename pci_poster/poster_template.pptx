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BB3A64-C60C-45E9-BAE7-11B96E1E2D18}" v="84" dt="2026-01-15T01:42:38.4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280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1-15T01:43:24.854" v="403" actId="1038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A5BB3A64-C60C-45E9-BAE7-11B96E1E2D18}" dt="2026-01-14T09:55:37.491" v="248" actId="14100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A5BB3A64-C60C-45E9-BAE7-11B96E1E2D18}" dt="2026-01-14T09:55:55.459" v="251" actId="14100"/>
          <ac:spMkLst>
            <pc:docMk/>
            <pc:sldMk cId="4050248657" sldId="258"/>
            <ac:spMk id="3" creationId="{376C39B9-C8C6-2B76-BE87-956DBD5F86B7}"/>
          </ac:spMkLst>
        </pc:spChg>
        <pc:spChg chg="mod">
          <ac:chgData name="Gillett, Richard" userId="f751afb3-89ee-4adb-bf46-b352b62550b4" providerId="ADAL" clId="{A5BB3A64-C60C-45E9-BAE7-11B96E1E2D18}" dt="2026-01-14T09:55:45.683" v="250" actId="1076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A5BB3A64-C60C-45E9-BAE7-11B96E1E2D18}" dt="2026-01-14T09:55:42.353" v="249" actId="1076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A5BB3A64-C60C-45E9-BAE7-11B96E1E2D18}" dt="2026-01-14T09:55:24.531" v="247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A5BB3A64-C60C-45E9-BAE7-11B96E1E2D18}" dt="2026-01-15T01:43:24.854" v="403" actId="1038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14T04:51:59.236" v="144" actId="1035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spChg chg="add mod">
          <ac:chgData name="Gillett, Richard" userId="f751afb3-89ee-4adb-bf46-b352b62550b4" providerId="ADAL" clId="{A5BB3A64-C60C-45E9-BAE7-11B96E1E2D18}" dt="2026-01-14T12:51:09.020" v="291" actId="1038"/>
          <ac:spMkLst>
            <pc:docMk/>
            <pc:sldMasterMk cId="2640799190" sldId="2147483660"/>
            <ac:spMk id="15" creationId="{0A8B2BEF-EC4A-AACD-7AC0-27A940353D18}"/>
          </ac:spMkLst>
        </pc:spChg>
        <pc:spChg chg="add mod">
          <ac:chgData name="Gillett, Richard" userId="f751afb3-89ee-4adb-bf46-b352b62550b4" providerId="ADAL" clId="{A5BB3A64-C60C-45E9-BAE7-11B96E1E2D18}" dt="2026-01-14T12:51:35.569" v="348" actId="1038"/>
          <ac:spMkLst>
            <pc:docMk/>
            <pc:sldMasterMk cId="2640799190" sldId="2147483660"/>
            <ac:spMk id="16" creationId="{2AB87B99-53BD-A3E1-EC73-2148133BEA33}"/>
          </ac:spMkLst>
        </pc:spChg>
        <pc:grpChg chg="mod">
          <ac:chgData name="Gillett, Richard" userId="f751afb3-89ee-4adb-bf46-b352b62550b4" providerId="ADAL" clId="{A5BB3A64-C60C-45E9-BAE7-11B96E1E2D18}" dt="2026-01-14T04:51:59.236" v="144" actId="1035"/>
          <ac:grpSpMkLst>
            <pc:docMk/>
            <pc:sldMasterMk cId="2640799190" sldId="2147483660"/>
            <ac:grpSpMk id="3" creationId="{8DD6D3AA-4BA7-8A63-733C-C14EAA9FDEB7}"/>
          </ac:grpSpMkLst>
        </pc:grpChg>
        <pc:picChg chg="del mod modCrop">
          <ac:chgData name="Gillett, Richard" userId="f751afb3-89ee-4adb-bf46-b352b62550b4" providerId="ADAL" clId="{A5BB3A64-C60C-45E9-BAE7-11B96E1E2D18}" dt="2026-01-14T12:52:46.947" v="358" actId="478"/>
          <ac:picMkLst>
            <pc:docMk/>
            <pc:sldMasterMk cId="2640799190" sldId="2147483660"/>
            <ac:picMk id="4" creationId="{51E7BF01-DAA0-96B3-CBE2-33C489A3AC33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picChg chg="add mod modCrop">
          <ac:chgData name="Gillett, Richard" userId="f751afb3-89ee-4adb-bf46-b352b62550b4" providerId="ADAL" clId="{A5BB3A64-C60C-45E9-BAE7-11B96E1E2D18}" dt="2026-01-14T12:53:03.702" v="362" actId="1037"/>
          <ac:picMkLst>
            <pc:docMk/>
            <pc:sldMasterMk cId="2640799190" sldId="2147483660"/>
            <ac:picMk id="18" creationId="{CA3877DB-6975-A75F-DBFC-236D4FEC401C}"/>
          </ac:picMkLst>
        </pc:picChg>
        <pc:picChg chg="del">
          <ac:chgData name="Gillett, Richard" userId="f751afb3-89ee-4adb-bf46-b352b62550b4" providerId="ADAL" clId="{A5BB3A64-C60C-45E9-BAE7-11B96E1E2D18}" dt="2026-01-14T04:49:34.833" v="69" actId="478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addSp delSp modSp mod">
          <pc:chgData name="Gillett, Richard" userId="f751afb3-89ee-4adb-bf46-b352b62550b4" providerId="ADAL" clId="{A5BB3A64-C60C-45E9-BAE7-11B96E1E2D18}" dt="2026-01-15T01:43:24.854" v="403" actId="1038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A5BB3A64-C60C-45E9-BAE7-11B96E1E2D18}" dt="2026-01-14T09:54:56.492" v="245" actId="122"/>
            <ac:spMkLst>
              <pc:docMk/>
              <pc:sldMasterMk cId="2640799190" sldId="2147483660"/>
              <pc:sldLayoutMk cId="1363397331" sldId="2147483661"/>
              <ac:spMk id="2" creationId="{4EA715C1-D099-5522-9B8D-6FE225FA3DB4}"/>
            </ac:spMkLst>
          </pc:spChg>
          <pc:spChg chg="add del mod">
            <ac:chgData name="Gillett, Richard" userId="f751afb3-89ee-4adb-bf46-b352b62550b4" providerId="ADAL" clId="{A5BB3A64-C60C-45E9-BAE7-11B96E1E2D18}" dt="2026-01-14T09:53:55.812" v="213" actId="478"/>
            <ac:spMkLst>
              <pc:docMk/>
              <pc:sldMasterMk cId="2640799190" sldId="2147483660"/>
              <pc:sldLayoutMk cId="1363397331" sldId="2147483661"/>
              <ac:spMk id="5" creationId="{BC9ACC09-72D2-F111-D0CD-9876D08F6412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14T12:29:47.026" v="253" actId="962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14T04:43:46.171" v="20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14T04:45:15.163" v="49" actId="14100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12:54:25.126" v="369" actId="242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mod">
            <ac:chgData name="Gillett, Richard" userId="f751afb3-89ee-4adb-bf46-b352b62550b4" providerId="ADAL" clId="{A5BB3A64-C60C-45E9-BAE7-11B96E1E2D18}" dt="2026-01-14T04:46:52.401" v="61" actId="14100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8:58:47.802" v="210" actId="114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14T12:29:47.026" v="253" actId="962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add mod modCrop">
            <ac:chgData name="Gillett, Richard" userId="f751afb3-89ee-4adb-bf46-b352b62550b4" providerId="ADAL" clId="{A5BB3A64-C60C-45E9-BAE7-11B96E1E2D18}" dt="2026-01-14T08:57:56.993" v="155" actId="1076"/>
            <ac:picMkLst>
              <pc:docMk/>
              <pc:sldMasterMk cId="2640799190" sldId="2147483660"/>
              <pc:sldLayoutMk cId="1363397331" sldId="2147483661"/>
              <ac:picMk id="3" creationId="{9498E89D-FFFB-BD02-CB4A-C6AF63419FA9}"/>
            </ac:picMkLst>
          </pc:picChg>
          <pc:picChg chg="add mod ord">
            <ac:chgData name="Gillett, Richard" userId="f751afb3-89ee-4adb-bf46-b352b62550b4" providerId="ADAL" clId="{A5BB3A64-C60C-45E9-BAE7-11B96E1E2D18}" dt="2026-01-15T01:43:24.854" v="403" actId="1038"/>
            <ac:picMkLst>
              <pc:docMk/>
              <pc:sldMasterMk cId="2640799190" sldId="2147483660"/>
              <pc:sldLayoutMk cId="1363397331" sldId="2147483661"/>
              <ac:picMk id="6" creationId="{5F294ACB-2AAB-53EB-3D12-B7F8668F3ED8}"/>
            </ac:picMkLst>
          </pc:picChg>
          <pc:picChg chg="del">
            <ac:chgData name="Gillett, Richard" userId="f751afb3-89ee-4adb-bf46-b352b62550b4" providerId="ADAL" clId="{A5BB3A64-C60C-45E9-BAE7-11B96E1E2D18}" dt="2026-01-15T01:42:36.167" v="370" actId="478"/>
            <ac:picMkLst>
              <pc:docMk/>
              <pc:sldMasterMk cId="2640799190" sldId="2147483660"/>
              <pc:sldLayoutMk cId="1363397331" sldId="2147483661"/>
              <ac:picMk id="53" creationId="{02E5031A-50D3-880E-59DE-415DAA829CAC}"/>
            </ac:picMkLst>
          </pc:picChg>
          <pc:picChg chg="mod">
            <ac:chgData name="Gillett, Richard" userId="f751afb3-89ee-4adb-bf46-b352b62550b4" providerId="ADAL" clId="{A5BB3A64-C60C-45E9-BAE7-11B96E1E2D18}" dt="2026-01-14T04:45:07.872" v="47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mod">
            <ac:chgData name="Gillett, Richard" userId="f751afb3-89ee-4adb-bf46-b352b62550b4" providerId="ADAL" clId="{A5BB3A64-C60C-45E9-BAE7-11B96E1E2D18}" dt="2026-01-14T04:46:38.410" v="60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14T04:43:14.725" v="15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  <pc:spChg chg="mod">
          <ac:chgData name="Gillett, Richard" userId="f751afb3-89ee-4adb-bf46-b352b62550b4" providerId="ADAL" clId="{DEA488FC-94AF-4063-9B1C-28C28240276E}" dt="2025-12-15T12:39:28.813" v="689" actId="1076"/>
          <ac:spMkLst>
            <pc:docMk/>
            <pc:sldMk cId="4050248657" sldId="258"/>
            <ac:spMk id="4" creationId="{363DA828-FFB0-A7BA-2F8B-AF0D49FEE4F3}"/>
          </ac:spMkLst>
        </pc:spChg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7" creationId="{62D50CFE-DF50-09A4-5E58-2ABFD4312156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8" creationId="{9C6C04CB-0A51-4268-896C-ADCF3E056A71}"/>
          </ac:spMkLst>
        </pc:spChg>
        <pc:spChg chg="mod">
          <ac:chgData name="Gillett, Richard" userId="f751afb3-89ee-4adb-bf46-b352b62550b4" providerId="ADAL" clId="{E1DC7D8A-5337-4AAE-9935-D0A80B248513}" dt="2026-01-13T09:39:19.990" v="1024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1T11:56:31.392" v="896" actId="1076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mod">
            <ac:chgData name="Gillett, Richard" userId="f751afb3-89ee-4adb-bf46-b352b62550b4" providerId="ADAL" clId="{E1DC7D8A-5337-4AAE-9935-D0A80B248513}" dt="2026-01-11T11:57:10.271" v="901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hyperlink" Target="https://www.betadisney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1.jpeg"/><Relationship Id="rId5" Type="http://schemas.microsoft.com/office/2007/relationships/hdphoto" Target="../media/hdphoto1.wdp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microsoft.com/office/2007/relationships/hdphoto" Target="../media/hdphoto2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89196" cy="5083795"/>
          </a:xfrm>
          <a:prstGeom prst="rect">
            <a:avLst/>
          </a:prstGeom>
        </p:spPr>
      </p:pic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1873543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598941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23" name="pic_mort">
            <a:extLst>
              <a:ext uri="{FF2B5EF4-FFF2-40B4-BE49-F238E27FC236}">
                <a16:creationId xmlns:a16="http://schemas.microsoft.com/office/drawing/2014/main" id="{86633DA3-0DB3-C6C5-5A10-0975EDA3FC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36234" y="5043276"/>
            <a:ext cx="587295" cy="769077"/>
          </a:xfrm>
          <a:prstGeom prst="rect">
            <a:avLst/>
          </a:prstGeom>
        </p:spPr>
      </p:pic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57433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27351" y="7156664"/>
            <a:ext cx="1193545" cy="710398"/>
          </a:xfrm>
          <a:prstGeom prst="rect">
            <a:avLst/>
          </a:prstGeom>
        </p:spPr>
      </p:pic>
      <p:sp>
        <p:nvSpPr>
          <p:cNvPr id="37" name="ph_mort30r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9781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51648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7656" y="5649867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ihbl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4126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6695" y="1562072"/>
            <a:ext cx="1979497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1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78869" y="354096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ihbl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mort30r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34721" y="7382632"/>
            <a:ext cx="108944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087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72162AC7-06C3-FF5B-97D1-CAC55BA97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236014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98280" tIns="698280" rIns="91440" bIns="177744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AU"/>
          </a:p>
        </p:txBody>
      </p:sp>
      <p:sp>
        <p:nvSpPr>
          <p:cNvPr id="70" name="Rectangle 23">
            <a:extLst>
              <a:ext uri="{FF2B5EF4-FFF2-40B4-BE49-F238E27FC236}">
                <a16:creationId xmlns:a16="http://schemas.microsoft.com/office/drawing/2014/main" id="{80E4E7D2-CED9-89CE-285F-E8D7729CB3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190294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C1D9F35-E879-69FC-7F97-6A6DA195BB7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4763" y="2856820"/>
            <a:ext cx="406626" cy="664426"/>
          </a:xfrm>
          <a:prstGeom prst="rect">
            <a:avLst/>
          </a:prstGeom>
        </p:spPr>
      </p:pic>
      <p:pic>
        <p:nvPicPr>
          <p:cNvPr id="3" name="Picture 2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rcRect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EA715C1-D099-5522-9B8D-6FE225FA3DB4}"/>
              </a:ext>
            </a:extLst>
          </p:cNvPr>
          <p:cNvSpPr/>
          <p:nvPr userDrawn="1"/>
        </p:nvSpPr>
        <p:spPr>
          <a:xfrm rot="20997267">
            <a:off x="2782260" y="2371528"/>
            <a:ext cx="1431931" cy="4077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100" dirty="0"/>
              <a:t>All data is artificially generated!</a:t>
            </a:r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Graphic 4926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249481" y="668709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178281" y="299438"/>
            <a:ext cx="974356" cy="1148737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 err="1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  <a:endParaRPr lang="en-AU" sz="3800" b="1" dirty="0">
              <a:solidFill>
                <a:srgbClr val="19456A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pic>
        <p:nvPicPr>
          <p:cNvPr id="18" name="Picture 17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918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Gillett, Richard</cp:lastModifiedBy>
  <cp:revision>3</cp:revision>
  <dcterms:created xsi:type="dcterms:W3CDTF">2025-12-08T07:46:39Z</dcterms:created>
  <dcterms:modified xsi:type="dcterms:W3CDTF">2026-01-15T01:43:26Z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