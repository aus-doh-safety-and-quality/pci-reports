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handoutMasterIdLst>
    <p:handoutMasterId r:id="rId4"/>
  </p:handoutMasterIdLst>
  <p:sldIdLst>
    <p:sldId id="258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2260"/>
    <a:srgbClr val="C11A1C"/>
    <a:srgbClr val="89B8DB"/>
    <a:srgbClr val="EA7A67"/>
    <a:srgbClr val="AB1C23"/>
    <a:srgbClr val="5B8FC0"/>
    <a:srgbClr val="ECA6CE"/>
    <a:srgbClr val="6F8BB8"/>
    <a:srgbClr val="A5236D"/>
    <a:srgbClr val="551B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20000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948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0" d="100"/>
          <a:sy n="120" d="100"/>
        </p:scale>
        <p:origin x="1608" y="12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llett, Richard" userId="f751afb3-89ee-4adb-bf46-b352b62550b4" providerId="ADAL" clId="{947C8103-4DC6-4827-8B43-5C2E904880F7}"/>
    <pc:docChg chg="undo custSel modMainMaster">
      <pc:chgData name="Gillett, Richard" userId="f751afb3-89ee-4adb-bf46-b352b62550b4" providerId="ADAL" clId="{947C8103-4DC6-4827-8B43-5C2E904880F7}" dt="2026-01-06T08:14:35.035" v="119" actId="1035"/>
      <pc:docMkLst>
        <pc:docMk/>
      </pc:docMkLst>
      <pc:sldMasterChg chg="modSp mod modSldLayout">
        <pc:chgData name="Gillett, Richard" userId="f751afb3-89ee-4adb-bf46-b352b62550b4" providerId="ADAL" clId="{947C8103-4DC6-4827-8B43-5C2E904880F7}" dt="2026-01-06T08:14:35.035" v="119" actId="1035"/>
        <pc:sldMasterMkLst>
          <pc:docMk/>
          <pc:sldMasterMk cId="2640799190" sldId="2147483660"/>
        </pc:sldMasterMkLst>
        <pc:sldLayoutChg chg="modSp mod">
          <pc:chgData name="Gillett, Richard" userId="f751afb3-89ee-4adb-bf46-b352b62550b4" providerId="ADAL" clId="{947C8103-4DC6-4827-8B43-5C2E904880F7}" dt="2026-01-06T08:14:35.035" v="119" actId="1035"/>
          <pc:sldLayoutMkLst>
            <pc:docMk/>
            <pc:sldMasterMk cId="2640799190" sldId="2147483660"/>
            <pc:sldLayoutMk cId="1363397331" sldId="2147483661"/>
          </pc:sldLayoutMkLst>
        </pc:sldLayoutChg>
      </pc:sldMasterChg>
    </pc:docChg>
  </pc:docChgLst>
  <pc:docChgLst>
    <pc:chgData name="Gillett, Richard" userId="f751afb3-89ee-4adb-bf46-b352b62550b4" providerId="ADAL" clId="{E1DC7D8A-5337-4AAE-9935-D0A80B248513}"/>
    <pc:docChg chg="undo redo custSel modSld addMainMaster delMainMaster modMainMaster">
      <pc:chgData name="Gillett, Richard" userId="f751afb3-89ee-4adb-bf46-b352b62550b4" providerId="ADAL" clId="{E1DC7D8A-5337-4AAE-9935-D0A80B248513}" dt="2026-01-13T09:39:19.990" v="1024" actId="14100"/>
      <pc:docMkLst>
        <pc:docMk/>
      </pc:docMkLst>
      <pc:sldChg chg="modSp mod">
        <pc:chgData name="Gillett, Richard" userId="f751afb3-89ee-4adb-bf46-b352b62550b4" providerId="ADAL" clId="{E1DC7D8A-5337-4AAE-9935-D0A80B248513}" dt="2026-01-13T09:39:19.990" v="1024" actId="14100"/>
        <pc:sldMkLst>
          <pc:docMk/>
          <pc:sldMk cId="4050248657" sldId="258"/>
        </pc:sldMkLst>
      </pc:sldChg>
      <pc:sldMasterChg chg="addSp delSp modSp mod modSldLayout">
        <pc:chgData name="Gillett, Richard" userId="f751afb3-89ee-4adb-bf46-b352b62550b4" providerId="ADAL" clId="{E1DC7D8A-5337-4AAE-9935-D0A80B248513}" dt="2026-01-13T09:38:14.758" v="1023" actId="1036"/>
        <pc:sldMasterMkLst>
          <pc:docMk/>
          <pc:sldMasterMk cId="2640799190" sldId="2147483660"/>
        </pc:sldMasterMkLst>
        <pc:sldLayoutChg chg="addSp delSp modSp mod">
          <pc:chgData name="Gillett, Richard" userId="f751afb3-89ee-4adb-bf46-b352b62550b4" providerId="ADAL" clId="{E1DC7D8A-5337-4AAE-9935-D0A80B248513}" dt="2026-01-13T09:37:49.877" v="1013" actId="1035"/>
          <pc:sldLayoutMkLst>
            <pc:docMk/>
            <pc:sldMasterMk cId="2640799190" sldId="2147483660"/>
            <pc:sldLayoutMk cId="1363397331" sldId="2147483661"/>
          </pc:sldLayoutMkLst>
        </pc:sldLayoutChg>
        <pc:sldLayoutChg chg="addSp delSp modSp mod">
          <pc:chgData name="Gillett, Richard" userId="f751afb3-89ee-4adb-bf46-b352b62550b4" providerId="ADAL" clId="{E1DC7D8A-5337-4AAE-9935-D0A80B248513}" dt="2026-01-08T00:11:34.439" v="311" actId="21"/>
          <pc:sldLayoutMkLst>
            <pc:docMk/>
            <pc:sldMasterMk cId="2640799190" sldId="2147483660"/>
            <pc:sldLayoutMk cId="413489094" sldId="2147483662"/>
          </pc:sldLayoutMkLst>
        </pc:sldLayoutChg>
      </pc:sldMasterChg>
      <pc:sldMasterChg chg="new del mod addSldLayout delSldLayout">
        <pc:chgData name="Gillett, Richard" userId="f751afb3-89ee-4adb-bf46-b352b62550b4" providerId="ADAL" clId="{E1DC7D8A-5337-4AAE-9935-D0A80B248513}" dt="2026-01-08T00:07:10.675" v="277" actId="6938"/>
        <pc:sldMasterMkLst>
          <pc:docMk/>
          <pc:sldMasterMk cId="3088122613" sldId="2147483662"/>
        </pc:sldMasterMkLst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635335690" sldId="2147483663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2302690302" sldId="2147483664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992193309" sldId="2147483665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2016394156" sldId="2147483666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766713548" sldId="2147483667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4074602279" sldId="2147483668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3305373079" sldId="2147483669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089218544" sldId="2147483670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346707861" sldId="2147483671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2010221458" sldId="2147483672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232889983" sldId="2147483673"/>
          </pc:sldLayoutMkLst>
        </pc:sldLayoutChg>
      </pc:sldMasterChg>
    </pc:docChg>
  </pc:docChgLst>
  <pc:docChgLst>
    <pc:chgData name="Gillett, Richard" userId="f751afb3-89ee-4adb-bf46-b352b62550b4" providerId="ADAL" clId="{A5BB3A64-C60C-45E9-BAE7-11B96E1E2D18}"/>
    <pc:docChg chg="undo custSel modSld modMainMaster">
      <pc:chgData name="Gillett, Richard" userId="f751afb3-89ee-4adb-bf46-b352b62550b4" providerId="ADAL" clId="{A5BB3A64-C60C-45E9-BAE7-11B96E1E2D18}" dt="2026-02-05T07:26:13.627" v="547" actId="20577"/>
      <pc:docMkLst>
        <pc:docMk/>
      </pc:docMkLst>
      <pc:sldChg chg="modSp mod">
        <pc:chgData name="Gillett, Richard" userId="f751afb3-89ee-4adb-bf46-b352b62550b4" providerId="ADAL" clId="{A5BB3A64-C60C-45E9-BAE7-11B96E1E2D18}" dt="2026-01-14T09:55:55.459" v="251" actId="14100"/>
        <pc:sldMkLst>
          <pc:docMk/>
          <pc:sldMk cId="4050248657" sldId="258"/>
        </pc:sldMkLst>
      </pc:sldChg>
      <pc:sldMasterChg chg="addSp delSp modSp mod modSldLayout">
        <pc:chgData name="Gillett, Richard" userId="f751afb3-89ee-4adb-bf46-b352b62550b4" providerId="ADAL" clId="{A5BB3A64-C60C-45E9-BAE7-11B96E1E2D18}" dt="2026-02-05T07:26:13.627" v="547" actId="20577"/>
        <pc:sldMasterMkLst>
          <pc:docMk/>
          <pc:sldMasterMk cId="2640799190" sldId="2147483660"/>
        </pc:sldMasterMkLst>
        <pc:sldLayoutChg chg="addSp delSp modSp mod">
          <pc:chgData name="Gillett, Richard" userId="f751afb3-89ee-4adb-bf46-b352b62550b4" providerId="ADAL" clId="{A5BB3A64-C60C-45E9-BAE7-11B96E1E2D18}" dt="2026-01-20T23:56:46.184" v="545" actId="962"/>
          <pc:sldLayoutMkLst>
            <pc:docMk/>
            <pc:sldMasterMk cId="2640799190" sldId="2147483660"/>
            <pc:sldLayoutMk cId="1363397331" sldId="2147483661"/>
          </pc:sldLayoutMkLst>
        </pc:sldLayoutChg>
      </pc:sldMasterChg>
    </pc:docChg>
  </pc:docChgLst>
  <pc:docChgLst>
    <pc:chgData name="Gillett, Richard" userId="f751afb3-89ee-4adb-bf46-b352b62550b4" providerId="ADAL" clId="{4E0FD693-728A-4417-BDB5-6E29955B45D4}"/>
    <pc:docChg chg="custSel modMainMaster">
      <pc:chgData name="Gillett, Richard" userId="f751afb3-89ee-4adb-bf46-b352b62550b4" providerId="ADAL" clId="{4E0FD693-728A-4417-BDB5-6E29955B45D4}" dt="2026-06-10T08:00:51.893" v="2" actId="478"/>
      <pc:docMkLst>
        <pc:docMk/>
      </pc:docMkLst>
      <pc:sldMasterChg chg="modSldLayout">
        <pc:chgData name="Gillett, Richard" userId="f751afb3-89ee-4adb-bf46-b352b62550b4" providerId="ADAL" clId="{4E0FD693-728A-4417-BDB5-6E29955B45D4}" dt="2026-06-10T08:00:51.893" v="2" actId="478"/>
        <pc:sldMasterMkLst>
          <pc:docMk/>
          <pc:sldMasterMk cId="2640799190" sldId="2147483660"/>
        </pc:sldMasterMkLst>
        <pc:sldLayoutChg chg="delSp modSp mod">
          <pc:chgData name="Gillett, Richard" userId="f751afb3-89ee-4adb-bf46-b352b62550b4" providerId="ADAL" clId="{4E0FD693-728A-4417-BDB5-6E29955B45D4}" dt="2026-06-10T08:00:51.893" v="2" actId="478"/>
          <pc:sldLayoutMkLst>
            <pc:docMk/>
            <pc:sldMasterMk cId="2640799190" sldId="2147483660"/>
            <pc:sldLayoutMk cId="1363397331" sldId="2147483661"/>
          </pc:sldLayoutMkLst>
          <pc:spChg chg="mod">
            <ac:chgData name="Gillett, Richard" userId="f751afb3-89ee-4adb-bf46-b352b62550b4" providerId="ADAL" clId="{4E0FD693-728A-4417-BDB5-6E29955B45D4}" dt="2026-06-10T05:52:21.966" v="1" actId="20577"/>
            <ac:spMkLst>
              <pc:docMk/>
              <pc:sldMasterMk cId="2640799190" sldId="2147483660"/>
              <pc:sldLayoutMk cId="1363397331" sldId="2147483661"/>
              <ac:spMk id="43" creationId="{CDBAF79C-1ECD-4077-B693-FAA616F38BB3}"/>
            </ac:spMkLst>
          </pc:spChg>
          <pc:cxnChg chg="del">
            <ac:chgData name="Gillett, Richard" userId="f751afb3-89ee-4adb-bf46-b352b62550b4" providerId="ADAL" clId="{4E0FD693-728A-4417-BDB5-6E29955B45D4}" dt="2026-06-10T08:00:51.893" v="2" actId="478"/>
            <ac:cxnSpMkLst>
              <pc:docMk/>
              <pc:sldMasterMk cId="2640799190" sldId="2147483660"/>
              <pc:sldLayoutMk cId="1363397331" sldId="2147483661"/>
              <ac:cxnSpMk id="4" creationId="{5BB082F5-DE58-9BB3-E67C-CBAE81B32259}"/>
            </ac:cxnSpMkLst>
          </pc:cxnChg>
        </pc:sldLayoutChg>
      </pc:sldMasterChg>
    </pc:docChg>
  </pc:docChgLst>
  <pc:docChgLst>
    <pc:chgData name="Gillett, Richard" userId="f751afb3-89ee-4adb-bf46-b352b62550b4" providerId="ADAL" clId="{63D0502C-E45B-42C2-8995-A2AEF517A4FA}"/>
    <pc:docChg chg="undo custSel modMainMaster">
      <pc:chgData name="Gillett, Richard" userId="f751afb3-89ee-4adb-bf46-b352b62550b4" providerId="ADAL" clId="{63D0502C-E45B-42C2-8995-A2AEF517A4FA}" dt="2026-03-04T04:53:56.357" v="273" actId="962"/>
      <pc:docMkLst>
        <pc:docMk/>
      </pc:docMkLst>
      <pc:sldMasterChg chg="modSp mod modSldLayout">
        <pc:chgData name="Gillett, Richard" userId="f751afb3-89ee-4adb-bf46-b352b62550b4" providerId="ADAL" clId="{63D0502C-E45B-42C2-8995-A2AEF517A4FA}" dt="2026-03-04T04:53:56.357" v="273" actId="962"/>
        <pc:sldMasterMkLst>
          <pc:docMk/>
          <pc:sldMasterMk cId="2640799190" sldId="2147483660"/>
        </pc:sldMasterMkLst>
        <pc:sldLayoutChg chg="addSp delSp modSp mod">
          <pc:chgData name="Gillett, Richard" userId="f751afb3-89ee-4adb-bf46-b352b62550b4" providerId="ADAL" clId="{63D0502C-E45B-42C2-8995-A2AEF517A4FA}" dt="2026-03-04T04:53:56.357" v="273" actId="962"/>
          <pc:sldLayoutMkLst>
            <pc:docMk/>
            <pc:sldMasterMk cId="2640799190" sldId="2147483660"/>
            <pc:sldLayoutMk cId="1363397331" sldId="2147483661"/>
          </pc:sldLayoutMkLst>
        </pc:sldLayoutChg>
      </pc:sldMasterChg>
    </pc:docChg>
  </pc:docChgLst>
  <pc:docChgLst>
    <pc:chgData name="Gillett, Richard" userId="f751afb3-89ee-4adb-bf46-b352b62550b4" providerId="ADAL" clId="{DEA488FC-94AF-4063-9B1C-28C28240276E}"/>
    <pc:docChg chg="undo custSel addSld delSld modSld addMainMaster delMainMaster modMainMaster">
      <pc:chgData name="Gillett, Richard" userId="f751afb3-89ee-4adb-bf46-b352b62550b4" providerId="ADAL" clId="{DEA488FC-94AF-4063-9B1C-28C28240276E}" dt="2025-12-29T12:30:10.729" v="2709" actId="6549"/>
      <pc:docMkLst>
        <pc:docMk/>
      </pc:docMkLst>
      <pc:sldChg chg="addSp delSp modSp del mod">
        <pc:chgData name="Gillett, Richard" userId="f751afb3-89ee-4adb-bf46-b352b62550b4" providerId="ADAL" clId="{DEA488FC-94AF-4063-9B1C-28C28240276E}" dt="2025-12-15T12:37:58.584" v="686" actId="47"/>
        <pc:sldMkLst>
          <pc:docMk/>
          <pc:sldMk cId="44187874" sldId="256"/>
        </pc:sldMkLst>
      </pc:sldChg>
      <pc:sldChg chg="new del">
        <pc:chgData name="Gillett, Richard" userId="f751afb3-89ee-4adb-bf46-b352b62550b4" providerId="ADAL" clId="{DEA488FC-94AF-4063-9B1C-28C28240276E}" dt="2025-12-15T12:43:29.510" v="690" actId="47"/>
        <pc:sldMkLst>
          <pc:docMk/>
          <pc:sldMk cId="3478252300" sldId="257"/>
        </pc:sldMkLst>
      </pc:sldChg>
      <pc:sldChg chg="add del">
        <pc:chgData name="Gillett, Richard" userId="f751afb3-89ee-4adb-bf46-b352b62550b4" providerId="ADAL" clId="{DEA488FC-94AF-4063-9B1C-28C28240276E}" dt="2025-12-12T08:29:51.040" v="295" actId="47"/>
        <pc:sldMkLst>
          <pc:docMk/>
          <pc:sldMk cId="4108998800" sldId="257"/>
        </pc:sldMkLst>
      </pc:sldChg>
      <pc:sldChg chg="addSp delSp modSp new mod">
        <pc:chgData name="Gillett, Richard" userId="f751afb3-89ee-4adb-bf46-b352b62550b4" providerId="ADAL" clId="{DEA488FC-94AF-4063-9B1C-28C28240276E}" dt="2025-12-29T06:05:16.883" v="1671" actId="21"/>
        <pc:sldMkLst>
          <pc:docMk/>
          <pc:sldMk cId="4050248657" sldId="258"/>
        </pc:sldMkLst>
      </pc:sldChg>
      <pc:sldMasterChg chg="addSp delSp modSp mod modSldLayout">
        <pc:chgData name="Gillett, Richard" userId="f751afb3-89ee-4adb-bf46-b352b62550b4" providerId="ADAL" clId="{DEA488FC-94AF-4063-9B1C-28C28240276E}" dt="2025-12-29T12:30:10.729" v="2709" actId="6549"/>
        <pc:sldMasterMkLst>
          <pc:docMk/>
          <pc:sldMasterMk cId="2640799190" sldId="2147483660"/>
        </pc:sldMasterMkLst>
        <pc:sldLayoutChg chg="addSp delSp modSp mod">
          <pc:chgData name="Gillett, Richard" userId="f751afb3-89ee-4adb-bf46-b352b62550b4" providerId="ADAL" clId="{DEA488FC-94AF-4063-9B1C-28C28240276E}" dt="2025-12-29T12:11:39.590" v="2678" actId="1036"/>
          <pc:sldLayoutMkLst>
            <pc:docMk/>
            <pc:sldMasterMk cId="2640799190" sldId="2147483660"/>
            <pc:sldLayoutMk cId="1363397331" sldId="2147483661"/>
          </pc:sldLayoutMkLst>
        </pc:sldLayoutChg>
      </pc:sldMasterChg>
      <pc:sldMasterChg chg="new del mod addSldLayout delSldLayout">
        <pc:chgData name="Gillett, Richard" userId="f751afb3-89ee-4adb-bf46-b352b62550b4" providerId="ADAL" clId="{DEA488FC-94AF-4063-9B1C-28C28240276E}" dt="2025-12-28T05:39:29.159" v="992" actId="6938"/>
        <pc:sldMasterMkLst>
          <pc:docMk/>
          <pc:sldMasterMk cId="1153310644" sldId="2147483662"/>
        </pc:sldMasterMkLst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3663374887" sldId="2147483663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65387835" sldId="2147483664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739824652" sldId="2147483665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826097363" sldId="2147483666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326132503" sldId="2147483667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501820431" sldId="2147483668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97151866" sldId="2147483669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687169999" sldId="2147483670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10086215" sldId="2147483671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341649398" sldId="2147483672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10891173" sldId="2147483673"/>
          </pc:sldLayoutMkLst>
        </pc:sldLayoutChg>
      </pc:sldMasterChg>
      <pc:sldMasterChg chg="new del mod addSldLayout">
        <pc:chgData name="Gillett, Richard" userId="f751afb3-89ee-4adb-bf46-b352b62550b4" providerId="ADAL" clId="{DEA488FC-94AF-4063-9B1C-28C28240276E}" dt="2025-12-19T01:00:52.114" v="694" actId="2696"/>
        <pc:sldMasterMkLst>
          <pc:docMk/>
          <pc:sldMasterMk cId="2336241063" sldId="2147483662"/>
        </pc:sldMasterMkLst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3279756636" sldId="2147483663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568819035" sldId="2147483664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366554991" sldId="2147483665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003099896" sldId="2147483666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203749154" sldId="2147483667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22332718" sldId="2147483668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661408711" sldId="2147483669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084902294" sldId="2147483670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402761395" sldId="2147483671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892790150" sldId="2147483672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62109487" sldId="2147483673"/>
          </pc:sldLayoutMkLst>
        </pc:sldLayoutChg>
      </pc:sldMasterChg>
      <pc:sldMasterChg chg="add del mod addSldLayout delSldLayout modSldLayout">
        <pc:chgData name="Gillett, Richard" userId="f751afb3-89ee-4adb-bf46-b352b62550b4" providerId="ADAL" clId="{DEA488FC-94AF-4063-9B1C-28C28240276E}" dt="2025-12-12T08:39:04.712" v="496" actId="2890"/>
        <pc:sldMasterMkLst>
          <pc:docMk/>
          <pc:sldMasterMk cId="3317877594" sldId="2147483662"/>
        </pc:sldMasterMkLst>
        <pc:sldLayoutChg chg="add del mod replId">
          <pc:chgData name="Gillett, Richard" userId="f751afb3-89ee-4adb-bf46-b352b62550b4" providerId="ADAL" clId="{DEA488FC-94AF-4063-9B1C-28C28240276E}" dt="2025-12-12T08:39:04.712" v="496" actId="2890"/>
          <pc:sldLayoutMkLst>
            <pc:docMk/>
            <pc:sldMasterMk cId="3317877594" sldId="2147483662"/>
            <pc:sldLayoutMk cId="2071558585" sldId="2147483663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EECFBE2-8C81-293C-1EF9-A0FF9B5C965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F6CCC2-AF62-8969-44E1-986E100987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C53CA5-41C7-4923-8C6F-B3E91010339F}" type="datetimeFigureOut">
              <a:rPr lang="en-AU" smtClean="0"/>
              <a:t>14/08/2026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7D42CB-E5C5-F33F-3460-367FB518C40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83DFE0-841F-0C0C-20A6-F0C09B3BB04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654862-D4D4-42F6-8B64-5DAE773832D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8725095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00ED89-5811-46A2-AFCA-7C8C83CE9906}" type="datetimeFigureOut">
              <a:rPr lang="en-AU" smtClean="0"/>
              <a:t>14/08/2026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34E164-20E8-436E-AD2A-0BFC05B519A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116419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11" Type="http://schemas.openxmlformats.org/officeDocument/2006/relationships/image" Target="../media/image9.png"/><Relationship Id="rId5" Type="http://schemas.openxmlformats.org/officeDocument/2006/relationships/image" Target="../media/image5.png"/><Relationship Id="rId10" Type="http://schemas.microsoft.com/office/2007/relationships/hdphoto" Target="../media/hdphoto3.wdp"/><Relationship Id="rId4" Type="http://schemas.microsoft.com/office/2007/relationships/hdphoto" Target="../media/hdphoto1.wdp"/><Relationship Id="rId9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_heart" descr="A human heart with veins and arteries&#10;&#10;AI-generated content may be incorrect.">
            <a:extLst>
              <a:ext uri="{FF2B5EF4-FFF2-40B4-BE49-F238E27FC236}">
                <a16:creationId xmlns:a16="http://schemas.microsoft.com/office/drawing/2014/main" id="{5F294ACB-2AAB-53EB-3D12-B7F8668F3ED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863278" y="3332219"/>
            <a:ext cx="3312000" cy="4968001"/>
          </a:xfrm>
          <a:prstGeom prst="rect">
            <a:avLst/>
          </a:prstGeom>
        </p:spPr>
      </p:pic>
      <p:sp>
        <p:nvSpPr>
          <p:cNvPr id="15" name="shp_circle_yellow">
            <a:extLst>
              <a:ext uri="{FF2B5EF4-FFF2-40B4-BE49-F238E27FC236}">
                <a16:creationId xmlns:a16="http://schemas.microsoft.com/office/drawing/2014/main" id="{0CFD3C25-6057-A68F-D7E4-8752A2F67E93}"/>
              </a:ext>
            </a:extLst>
          </p:cNvPr>
          <p:cNvSpPr/>
          <p:nvPr userDrawn="1"/>
        </p:nvSpPr>
        <p:spPr>
          <a:xfrm>
            <a:off x="2034184" y="7049420"/>
            <a:ext cx="900000" cy="90000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 dirty="0">
              <a:solidFill>
                <a:schemeClr val="accent1"/>
              </a:solidFill>
            </a:endParaRPr>
          </a:p>
        </p:txBody>
      </p:sp>
      <p:sp>
        <p:nvSpPr>
          <p:cNvPr id="17" name="shp_urg">
            <a:extLst>
              <a:ext uri="{FF2B5EF4-FFF2-40B4-BE49-F238E27FC236}">
                <a16:creationId xmlns:a16="http://schemas.microsoft.com/office/drawing/2014/main" id="{E153B05D-1487-8051-2ADA-5CCDC9A62160}"/>
              </a:ext>
            </a:extLst>
          </p:cNvPr>
          <p:cNvSpPr/>
          <p:nvPr userDrawn="1"/>
        </p:nvSpPr>
        <p:spPr>
          <a:xfrm>
            <a:off x="1220330" y="4660088"/>
            <a:ext cx="900000" cy="900000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 dirty="0">
              <a:solidFill>
                <a:schemeClr val="accent1"/>
              </a:solidFill>
            </a:endParaRPr>
          </a:p>
        </p:txBody>
      </p:sp>
      <p:sp>
        <p:nvSpPr>
          <p:cNvPr id="18" name="shp_mort">
            <a:extLst>
              <a:ext uri="{FF2B5EF4-FFF2-40B4-BE49-F238E27FC236}">
                <a16:creationId xmlns:a16="http://schemas.microsoft.com/office/drawing/2014/main" id="{F398ED92-E238-6D9E-B3F0-984D6E2E8650}"/>
              </a:ext>
            </a:extLst>
          </p:cNvPr>
          <p:cNvSpPr/>
          <p:nvPr userDrawn="1"/>
        </p:nvSpPr>
        <p:spPr>
          <a:xfrm>
            <a:off x="4622484" y="4969171"/>
            <a:ext cx="900000" cy="90000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 dirty="0">
              <a:solidFill>
                <a:schemeClr val="accent1"/>
              </a:solidFill>
            </a:endParaRPr>
          </a:p>
        </p:txBody>
      </p:sp>
      <p:sp>
        <p:nvSpPr>
          <p:cNvPr id="20" name="shp_pci">
            <a:extLst>
              <a:ext uri="{FF2B5EF4-FFF2-40B4-BE49-F238E27FC236}">
                <a16:creationId xmlns:a16="http://schemas.microsoft.com/office/drawing/2014/main" id="{4AAEA4BB-C109-28FA-B6A2-6EF5B68D1217}"/>
              </a:ext>
            </a:extLst>
          </p:cNvPr>
          <p:cNvSpPr/>
          <p:nvPr userDrawn="1"/>
        </p:nvSpPr>
        <p:spPr>
          <a:xfrm>
            <a:off x="1832832" y="2814771"/>
            <a:ext cx="900000" cy="900000"/>
          </a:xfrm>
          <a:prstGeom prst="ellipse">
            <a:avLst/>
          </a:prstGeom>
          <a:solidFill>
            <a:srgbClr val="89B8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 dirty="0">
              <a:solidFill>
                <a:schemeClr val="accent1"/>
              </a:solidFill>
            </a:endParaRPr>
          </a:p>
        </p:txBody>
      </p:sp>
      <p:sp>
        <p:nvSpPr>
          <p:cNvPr id="21" name="shp_ccu">
            <a:extLst>
              <a:ext uri="{FF2B5EF4-FFF2-40B4-BE49-F238E27FC236}">
                <a16:creationId xmlns:a16="http://schemas.microsoft.com/office/drawing/2014/main" id="{8E7B100D-340E-CDEA-8F6B-7FDE741C252A}"/>
              </a:ext>
            </a:extLst>
          </p:cNvPr>
          <p:cNvSpPr/>
          <p:nvPr userDrawn="1"/>
        </p:nvSpPr>
        <p:spPr>
          <a:xfrm>
            <a:off x="3767974" y="7156664"/>
            <a:ext cx="900000" cy="900000"/>
          </a:xfrm>
          <a:prstGeom prst="ellipse">
            <a:avLst/>
          </a:prstGeom>
          <a:solidFill>
            <a:srgbClr val="E75B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 dirty="0">
              <a:solidFill>
                <a:schemeClr val="accent1"/>
              </a:solidFill>
            </a:endParaRPr>
          </a:p>
        </p:txBody>
      </p:sp>
      <p:sp>
        <p:nvSpPr>
          <p:cNvPr id="22" name="shp_frailty">
            <a:extLst>
              <a:ext uri="{FF2B5EF4-FFF2-40B4-BE49-F238E27FC236}">
                <a16:creationId xmlns:a16="http://schemas.microsoft.com/office/drawing/2014/main" id="{A79E2BBB-6172-9A7B-B7D2-88173061667A}"/>
              </a:ext>
            </a:extLst>
          </p:cNvPr>
          <p:cNvSpPr/>
          <p:nvPr userDrawn="1"/>
        </p:nvSpPr>
        <p:spPr>
          <a:xfrm>
            <a:off x="3911092" y="2786713"/>
            <a:ext cx="900000" cy="900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 dirty="0">
              <a:solidFill>
                <a:schemeClr val="accent1"/>
              </a:solidFill>
            </a:endParaRPr>
          </a:p>
        </p:txBody>
      </p:sp>
      <p:pic>
        <p:nvPicPr>
          <p:cNvPr id="14" name="pic_pci">
            <a:extLst>
              <a:ext uri="{FF2B5EF4-FFF2-40B4-BE49-F238E27FC236}">
                <a16:creationId xmlns:a16="http://schemas.microsoft.com/office/drawing/2014/main" id="{E8591D62-F0EC-DF4B-55A0-003CBCE760C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9302838">
            <a:off x="1784692" y="2725966"/>
            <a:ext cx="996280" cy="996280"/>
          </a:xfrm>
          <a:prstGeom prst="rect">
            <a:avLst/>
          </a:prstGeom>
        </p:spPr>
      </p:pic>
      <p:pic>
        <p:nvPicPr>
          <p:cNvPr id="30" name="pic_urgency">
            <a:extLst>
              <a:ext uri="{FF2B5EF4-FFF2-40B4-BE49-F238E27FC236}">
                <a16:creationId xmlns:a16="http://schemas.microsoft.com/office/drawing/2014/main" id="{11D4B853-1ADD-0145-DAD2-521BC0A4330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5196" y="4676265"/>
            <a:ext cx="793105" cy="793105"/>
          </a:xfrm>
          <a:prstGeom prst="rect">
            <a:avLst/>
          </a:prstGeom>
        </p:spPr>
      </p:pic>
      <p:pic>
        <p:nvPicPr>
          <p:cNvPr id="2075" name="pic_meds" descr="Pill - Free healthcare and medical icons">
            <a:extLst>
              <a:ext uri="{FF2B5EF4-FFF2-40B4-BE49-F238E27FC236}">
                <a16:creationId xmlns:a16="http://schemas.microsoft.com/office/drawing/2014/main" id="{541A6AC7-D175-3548-67FC-DC5600EFAB5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26466" y="7263633"/>
            <a:ext cx="602800" cy="60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6" name="pic_crehab">
            <a:extLst>
              <a:ext uri="{FF2B5EF4-FFF2-40B4-BE49-F238E27FC236}">
                <a16:creationId xmlns:a16="http://schemas.microsoft.com/office/drawing/2014/main" id="{45022D99-4D6F-EC4D-B596-181CE3D268A0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screen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9020" b="95686" l="10000" r="89767">
                        <a14:foregroundMark x1="28837" y1="9804" x2="44651" y2="9804"/>
                        <a14:foregroundMark x1="55581" y1="9020" x2="69767" y2="9020"/>
                        <a14:foregroundMark x1="31628" y1="52941" x2="37442" y2="63922"/>
                        <a14:foregroundMark x1="55116" y1="27059" x2="66279" y2="43137"/>
                        <a14:foregroundMark x1="66279" y1="19608" x2="65814" y2="34902"/>
                        <a14:foregroundMark x1="30233" y1="17255" x2="30698" y2="23137"/>
                        <a14:foregroundMark x1="30930" y1="90588" x2="47907" y2="96078"/>
                        <a14:foregroundMark x1="47907" y1="96078" x2="71163" y2="9019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87992" y="7156664"/>
            <a:ext cx="1193545" cy="710398"/>
          </a:xfrm>
          <a:prstGeom prst="rect">
            <a:avLst/>
          </a:prstGeom>
        </p:spPr>
      </p:pic>
      <p:sp>
        <p:nvSpPr>
          <p:cNvPr id="37" name="ph_radial">
            <a:extLst>
              <a:ext uri="{FF2B5EF4-FFF2-40B4-BE49-F238E27FC236}">
                <a16:creationId xmlns:a16="http://schemas.microsoft.com/office/drawing/2014/main" id="{814A0012-CF31-67AE-4E97-AA42CBE2A6A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86852" y="5997264"/>
            <a:ext cx="1839649" cy="620712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600"/>
            </a:lvl1pPr>
          </a:lstStyle>
          <a:p>
            <a:pPr lvl="0"/>
            <a:r>
              <a:rPr lang="en-AU" dirty="0"/>
              <a:t>X out of Y patients had Radial Access</a:t>
            </a:r>
          </a:p>
        </p:txBody>
      </p:sp>
      <p:sp>
        <p:nvSpPr>
          <p:cNvPr id="38" name="ph_disch_meds_dapt">
            <a:extLst>
              <a:ext uri="{FF2B5EF4-FFF2-40B4-BE49-F238E27FC236}">
                <a16:creationId xmlns:a16="http://schemas.microsoft.com/office/drawing/2014/main" id="{D56FA25C-826C-AEF5-957C-F09DBE615CC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15721" y="8142019"/>
            <a:ext cx="2820036" cy="64197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600"/>
            </a:lvl1pPr>
          </a:lstStyle>
          <a:p>
            <a:pPr lvl="0"/>
            <a:r>
              <a:rPr lang="en-AU" dirty="0"/>
              <a:t>X out of Y patients were discharged on Dual Anti-Platelet Therapy</a:t>
            </a:r>
          </a:p>
        </p:txBody>
      </p:sp>
      <p:sp>
        <p:nvSpPr>
          <p:cNvPr id="39" name="ph_door_to_reperfusion">
            <a:extLst>
              <a:ext uri="{FF2B5EF4-FFF2-40B4-BE49-F238E27FC236}">
                <a16:creationId xmlns:a16="http://schemas.microsoft.com/office/drawing/2014/main" id="{2BD6D79E-3784-39A1-5BE0-598EDD61CF3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015" y="5699295"/>
            <a:ext cx="2051342" cy="438403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600"/>
            </a:lvl1pPr>
          </a:lstStyle>
          <a:p>
            <a:pPr lvl="0"/>
            <a:r>
              <a:rPr lang="en-AU" dirty="0" err="1"/>
              <a:t>Xm</a:t>
            </a:r>
            <a:r>
              <a:rPr lang="en-AU" dirty="0"/>
              <a:t> (Median) Door to PCI time</a:t>
            </a:r>
          </a:p>
        </p:txBody>
      </p:sp>
      <p:sp>
        <p:nvSpPr>
          <p:cNvPr id="40" name="ph_pci">
            <a:extLst>
              <a:ext uri="{FF2B5EF4-FFF2-40B4-BE49-F238E27FC236}">
                <a16:creationId xmlns:a16="http://schemas.microsoft.com/office/drawing/2014/main" id="{3AAC2047-1448-EBFC-6433-602F17048C3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42766" y="3797910"/>
            <a:ext cx="2188139" cy="610343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600"/>
            </a:lvl1pPr>
          </a:lstStyle>
          <a:p>
            <a:pPr lvl="0"/>
            <a:r>
              <a:rPr lang="en-AU" dirty="0" err="1"/>
              <a:t>X,xxx</a:t>
            </a:r>
            <a:r>
              <a:rPr lang="en-AU" dirty="0"/>
              <a:t> PCI performed</a:t>
            </a:r>
          </a:p>
        </p:txBody>
      </p:sp>
      <p:sp>
        <p:nvSpPr>
          <p:cNvPr id="41" name="ph_stemi">
            <a:extLst>
              <a:ext uri="{FF2B5EF4-FFF2-40B4-BE49-F238E27FC236}">
                <a16:creationId xmlns:a16="http://schemas.microsoft.com/office/drawing/2014/main" id="{D4F00C51-9060-7169-179B-F541DAFC0C7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66801" y="3807625"/>
            <a:ext cx="2500255" cy="610343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1600"/>
            </a:lvl1pPr>
          </a:lstStyle>
          <a:p>
            <a:pPr lvl="0"/>
            <a:r>
              <a:rPr lang="en-AU" dirty="0"/>
              <a:t>X out of Y PCI performed for STEMI</a:t>
            </a:r>
          </a:p>
        </p:txBody>
      </p:sp>
      <p:sp>
        <p:nvSpPr>
          <p:cNvPr id="42" name="ph_crehab">
            <a:extLst>
              <a:ext uri="{FF2B5EF4-FFF2-40B4-BE49-F238E27FC236}">
                <a16:creationId xmlns:a16="http://schemas.microsoft.com/office/drawing/2014/main" id="{EF9CBF36-A38B-ED1E-AFAF-CEAD51735C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4767" y="8149544"/>
            <a:ext cx="2587573" cy="497504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600"/>
            </a:lvl1pPr>
          </a:lstStyle>
          <a:p>
            <a:pPr lvl="0"/>
            <a:r>
              <a:rPr lang="en-AU" dirty="0"/>
              <a:t>X out of Y had evidence of referral to Cardiac Rehab</a:t>
            </a:r>
          </a:p>
        </p:txBody>
      </p:sp>
      <p:sp>
        <p:nvSpPr>
          <p:cNvPr id="43" name="ph_hosp_date_range">
            <a:extLst>
              <a:ext uri="{FF2B5EF4-FFF2-40B4-BE49-F238E27FC236}">
                <a16:creationId xmlns:a16="http://schemas.microsoft.com/office/drawing/2014/main" id="{CDBAF79C-1ECD-4077-B693-FAA616F38B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16695" y="1562072"/>
            <a:ext cx="4405789" cy="344012"/>
          </a:xfrm>
          <a:prstGeom prst="roundRect">
            <a:avLst/>
          </a:prstGeom>
          <a:noFill/>
          <a:ln>
            <a:noFill/>
          </a:ln>
        </p:spPr>
        <p:txBody>
          <a:bodyPr anchor="ctr" anchorCtr="0"/>
          <a:lstStyle>
            <a:lvl1pPr marL="0" indent="0" algn="l">
              <a:buNone/>
              <a:defRPr sz="1800">
                <a:solidFill>
                  <a:srgbClr val="942260"/>
                </a:solidFill>
              </a:defRPr>
            </a:lvl1pPr>
            <a:lvl5pPr marL="1371600" indent="0" algn="l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dirty="0"/>
              <a:t>Sample Hospital (Mon YY to Mon YY)</a:t>
            </a:r>
          </a:p>
        </p:txBody>
      </p:sp>
      <p:sp>
        <p:nvSpPr>
          <p:cNvPr id="44" name="ph_hosp_logo">
            <a:extLst>
              <a:ext uri="{FF2B5EF4-FFF2-40B4-BE49-F238E27FC236}">
                <a16:creationId xmlns:a16="http://schemas.microsoft.com/office/drawing/2014/main" id="{0E14B21D-632D-7EFD-12FE-450DCBD0C24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853011" y="168741"/>
            <a:ext cx="1800000" cy="1800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sp>
        <p:nvSpPr>
          <p:cNvPr id="45" name="ph_poster_production_date">
            <a:extLst>
              <a:ext uri="{FF2B5EF4-FFF2-40B4-BE49-F238E27FC236}">
                <a16:creationId xmlns:a16="http://schemas.microsoft.com/office/drawing/2014/main" id="{CFA66B11-7F54-5482-663D-8B6227A02FB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732832" y="9555735"/>
            <a:ext cx="3823915" cy="222079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200" i="1"/>
            </a:lvl1pPr>
          </a:lstStyle>
          <a:p>
            <a:pPr lvl="0"/>
            <a:endParaRPr lang="en-US" dirty="0"/>
          </a:p>
        </p:txBody>
      </p:sp>
      <p:sp>
        <p:nvSpPr>
          <p:cNvPr id="46" name="ph_door_to_reperfusion_pct">
            <a:extLst>
              <a:ext uri="{FF2B5EF4-FFF2-40B4-BE49-F238E27FC236}">
                <a16:creationId xmlns:a16="http://schemas.microsoft.com/office/drawing/2014/main" id="{6C6C5E27-B920-6468-D3D0-CF1BF1645A0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0" y="4874719"/>
            <a:ext cx="1231345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4800">
                <a:solidFill>
                  <a:srgbClr val="00B050"/>
                </a:solidFill>
              </a:defRPr>
            </a:lvl1pPr>
            <a:lvl2pPr>
              <a:defRPr>
                <a:solidFill>
                  <a:srgbClr val="00B050"/>
                </a:solidFill>
              </a:defRPr>
            </a:lvl2pPr>
            <a:lvl3pPr>
              <a:defRPr>
                <a:solidFill>
                  <a:srgbClr val="00B050"/>
                </a:solidFill>
              </a:defRPr>
            </a:lvl3pPr>
            <a:lvl4pPr>
              <a:defRPr>
                <a:solidFill>
                  <a:srgbClr val="00B050"/>
                </a:solidFill>
              </a:defRPr>
            </a:lvl4pPr>
            <a:lvl5pPr>
              <a:defRPr>
                <a:solidFill>
                  <a:srgbClr val="00B050"/>
                </a:solidFill>
              </a:defRPr>
            </a:lvl5pPr>
          </a:lstStyle>
          <a:p>
            <a:pPr lvl="0"/>
            <a:r>
              <a:rPr lang="en-US"/>
              <a:t>X</a:t>
            </a:r>
            <a:endParaRPr lang="en-AU" dirty="0"/>
          </a:p>
        </p:txBody>
      </p:sp>
      <p:sp>
        <p:nvSpPr>
          <p:cNvPr id="47" name="ph_stemi_pct">
            <a:extLst>
              <a:ext uri="{FF2B5EF4-FFF2-40B4-BE49-F238E27FC236}">
                <a16:creationId xmlns:a16="http://schemas.microsoft.com/office/drawing/2014/main" id="{B1F62D07-2195-698B-2714-154E4501E4E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019163" y="3014573"/>
            <a:ext cx="1516977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l">
              <a:buNone/>
              <a:defRPr sz="4800">
                <a:solidFill>
                  <a:srgbClr val="133F6D"/>
                </a:solidFill>
              </a:defRPr>
            </a:lvl1pPr>
            <a:lvl2pPr>
              <a:defRPr>
                <a:solidFill>
                  <a:srgbClr val="133F6D"/>
                </a:solidFill>
              </a:defRPr>
            </a:lvl2pPr>
            <a:lvl3pPr>
              <a:defRPr>
                <a:solidFill>
                  <a:srgbClr val="133F6D"/>
                </a:solidFill>
              </a:defRPr>
            </a:lvl3pPr>
            <a:lvl4pPr>
              <a:defRPr>
                <a:solidFill>
                  <a:srgbClr val="133F6D"/>
                </a:solidFill>
              </a:defRPr>
            </a:lvl4pPr>
            <a:lvl5pPr>
              <a:defRPr>
                <a:solidFill>
                  <a:srgbClr val="133F6D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48" name="ph_radial_pct">
            <a:extLst>
              <a:ext uri="{FF2B5EF4-FFF2-40B4-BE49-F238E27FC236}">
                <a16:creationId xmlns:a16="http://schemas.microsoft.com/office/drawing/2014/main" id="{7BD5F46B-2231-6D01-C514-F696C7DDE54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48362" y="5169844"/>
            <a:ext cx="1335516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>
              <a:buNone/>
              <a:defRPr sz="4800">
                <a:solidFill>
                  <a:srgbClr val="D86ECC"/>
                </a:solidFill>
              </a:defRPr>
            </a:lvl1pPr>
            <a:lvl2pPr>
              <a:defRPr>
                <a:solidFill>
                  <a:srgbClr val="D86ECC"/>
                </a:solidFill>
              </a:defRPr>
            </a:lvl2pPr>
            <a:lvl3pPr>
              <a:defRPr>
                <a:solidFill>
                  <a:srgbClr val="D86ECC"/>
                </a:solidFill>
              </a:defRPr>
            </a:lvl3pPr>
            <a:lvl4pPr>
              <a:defRPr>
                <a:solidFill>
                  <a:srgbClr val="D86ECC"/>
                </a:solidFill>
              </a:defRPr>
            </a:lvl4pPr>
            <a:lvl5pPr>
              <a:defRPr>
                <a:solidFill>
                  <a:srgbClr val="D86ECC"/>
                </a:solidFill>
              </a:defRPr>
            </a:lvl5pPr>
          </a:lstStyle>
          <a:p>
            <a:pPr lvl="0"/>
            <a:r>
              <a:rPr lang="en-AU" dirty="0"/>
              <a:t>X%</a:t>
            </a:r>
          </a:p>
        </p:txBody>
      </p:sp>
      <p:sp>
        <p:nvSpPr>
          <p:cNvPr id="49" name="ph_disch_meds_dapt_pct">
            <a:extLst>
              <a:ext uri="{FF2B5EF4-FFF2-40B4-BE49-F238E27FC236}">
                <a16:creationId xmlns:a16="http://schemas.microsoft.com/office/drawing/2014/main" id="{1FE6F18A-7157-4F0B-5E13-82B5E30007F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785214" y="7371382"/>
            <a:ext cx="1512079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>
              <a:buNone/>
              <a:defRPr sz="4800">
                <a:solidFill>
                  <a:srgbClr val="E75B2B"/>
                </a:solidFill>
              </a:defRPr>
            </a:lvl1pPr>
            <a:lvl2pPr>
              <a:defRPr>
                <a:solidFill>
                  <a:srgbClr val="E75B2B"/>
                </a:solidFill>
              </a:defRPr>
            </a:lvl2pPr>
            <a:lvl3pPr>
              <a:defRPr>
                <a:solidFill>
                  <a:srgbClr val="E75B2B"/>
                </a:solidFill>
              </a:defRPr>
            </a:lvl3pPr>
            <a:lvl4pPr>
              <a:defRPr>
                <a:solidFill>
                  <a:srgbClr val="E75B2B"/>
                </a:solidFill>
              </a:defRPr>
            </a:lvl4pPr>
            <a:lvl5pPr>
              <a:defRPr>
                <a:solidFill>
                  <a:srgbClr val="E75B2B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50" name="ph_crehab_pct">
            <a:extLst>
              <a:ext uri="{FF2B5EF4-FFF2-40B4-BE49-F238E27FC236}">
                <a16:creationId xmlns:a16="http://schemas.microsoft.com/office/drawing/2014/main" id="{A8C0D454-B653-61F4-5751-F6813F0ADF7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36728" y="7293918"/>
            <a:ext cx="1548000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4800">
                <a:solidFill>
                  <a:srgbClr val="FFC000"/>
                </a:solidFill>
              </a:defRPr>
            </a:lvl1pPr>
            <a:lvl2pPr>
              <a:defRPr>
                <a:solidFill>
                  <a:srgbClr val="FFC000"/>
                </a:solidFill>
              </a:defRPr>
            </a:lvl2pPr>
            <a:lvl3pPr>
              <a:defRPr>
                <a:solidFill>
                  <a:srgbClr val="FFC000"/>
                </a:solidFill>
              </a:defRPr>
            </a:lvl3pPr>
            <a:lvl4pPr>
              <a:defRPr>
                <a:solidFill>
                  <a:srgbClr val="FFC000"/>
                </a:solidFill>
              </a:defRPr>
            </a:lvl4pPr>
            <a:lvl5pPr>
              <a:defRPr>
                <a:solidFill>
                  <a:srgbClr val="FFC000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51" name="ph_pci_count">
            <a:extLst>
              <a:ext uri="{FF2B5EF4-FFF2-40B4-BE49-F238E27FC236}">
                <a16:creationId xmlns:a16="http://schemas.microsoft.com/office/drawing/2014/main" id="{BD10F3DD-814C-87B1-F3BC-B6770621C71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53138" y="3045625"/>
            <a:ext cx="1548000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4800">
                <a:solidFill>
                  <a:srgbClr val="89B8DB"/>
                </a:solidFill>
              </a:defRPr>
            </a:lvl1pPr>
            <a:lvl2pPr>
              <a:defRPr>
                <a:solidFill>
                  <a:srgbClr val="FF0000"/>
                </a:solidFill>
              </a:defRPr>
            </a:lvl2pPr>
            <a:lvl3pPr>
              <a:defRPr>
                <a:solidFill>
                  <a:srgbClr val="FF0000"/>
                </a:solidFill>
              </a:defRPr>
            </a:lvl3pPr>
            <a:lvl4pPr>
              <a:defRPr>
                <a:solidFill>
                  <a:srgbClr val="FF0000"/>
                </a:solidFill>
              </a:defRPr>
            </a:lvl4pPr>
            <a:lvl5pPr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en-US" dirty="0"/>
              <a:t>X,XXX</a:t>
            </a:r>
            <a:endParaRPr lang="en-AU" dirty="0"/>
          </a:p>
        </p:txBody>
      </p:sp>
      <p:sp>
        <p:nvSpPr>
          <p:cNvPr id="5" name="mins">
            <a:extLst>
              <a:ext uri="{FF2B5EF4-FFF2-40B4-BE49-F238E27FC236}">
                <a16:creationId xmlns:a16="http://schemas.microsoft.com/office/drawing/2014/main" id="{C71ECDB7-514B-3457-61EC-0EDD81FFB2F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15329" y="5212474"/>
            <a:ext cx="1231345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2000">
                <a:solidFill>
                  <a:srgbClr val="00B050"/>
                </a:solidFill>
              </a:defRPr>
            </a:lvl1pPr>
            <a:lvl2pPr>
              <a:defRPr>
                <a:solidFill>
                  <a:srgbClr val="00B050"/>
                </a:solidFill>
              </a:defRPr>
            </a:lvl2pPr>
            <a:lvl3pPr>
              <a:defRPr>
                <a:solidFill>
                  <a:srgbClr val="00B050"/>
                </a:solidFill>
              </a:defRPr>
            </a:lvl3pPr>
            <a:lvl4pPr>
              <a:defRPr>
                <a:solidFill>
                  <a:srgbClr val="00B050"/>
                </a:solidFill>
              </a:defRPr>
            </a:lvl4pPr>
            <a:lvl5pPr>
              <a:defRPr>
                <a:solidFill>
                  <a:srgbClr val="00B050"/>
                </a:solidFill>
              </a:defRPr>
            </a:lvl5pPr>
          </a:lstStyle>
          <a:p>
            <a:pPr lvl="0"/>
            <a:r>
              <a:rPr lang="en-US" dirty="0"/>
              <a:t>mins</a:t>
            </a:r>
            <a:endParaRPr lang="en-AU" dirty="0"/>
          </a:p>
        </p:txBody>
      </p:sp>
      <p:pic>
        <p:nvPicPr>
          <p:cNvPr id="12" name="icon_radial">
            <a:extLst>
              <a:ext uri="{FF2B5EF4-FFF2-40B4-BE49-F238E27FC236}">
                <a16:creationId xmlns:a16="http://schemas.microsoft.com/office/drawing/2014/main" id="{4A335C9F-C929-90C4-EE54-C3B0862F27AB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10000" b="90000" l="10000" r="90000">
                        <a14:foregroundMark x1="42383" y1="45117" x2="42383" y2="45117"/>
                        <a14:foregroundMark x1="44141" y1="45605" x2="44141" y2="45605"/>
                        <a14:foregroundMark x1="46777" y1="45703" x2="46777" y2="45703"/>
                        <a14:foregroundMark x1="52734" y1="45996" x2="52734" y2="45996"/>
                        <a14:foregroundMark x1="54492" y1="45996" x2="54492" y2="45996"/>
                        <a14:foregroundMark x1="49805" y1="49121" x2="49805" y2="49121"/>
                        <a14:foregroundMark x1="56738" y1="45605" x2="56738" y2="45605"/>
                        <a14:foregroundMark x1="58887" y1="45996" x2="58887" y2="45996"/>
                        <a14:foregroundMark x1="60547" y1="45801" x2="60547" y2="45801"/>
                        <a14:foregroundMark x1="62988" y1="45996" x2="62988" y2="45996"/>
                        <a14:foregroundMark x1="65723" y1="46191" x2="65723" y2="46191"/>
                        <a14:foregroundMark x1="67188" y1="46191" x2="67188" y2="46191"/>
                        <a14:foregroundMark x1="69336" y1="46094" x2="69336" y2="46094"/>
                        <a14:foregroundMark x1="71875" y1="45996" x2="71875" y2="45996"/>
                        <a14:foregroundMark x1="73730" y1="46582" x2="73730" y2="46582"/>
                        <a14:foregroundMark x1="75684" y1="46777" x2="75684" y2="46777"/>
                        <a14:foregroundMark x1="77637" y1="47656" x2="77637" y2="47656"/>
                      </a14:backgroundRemoval>
                    </a14:imgEffect>
                  </a14:imgLayer>
                </a14:imgProps>
              </a:ext>
            </a:extLst>
          </a:blip>
          <a:srcRect l="9320" t="28301" r="45829" b="33282"/>
          <a:stretch/>
        </p:blipFill>
        <p:spPr>
          <a:xfrm rot="1623292">
            <a:off x="4663014" y="5011030"/>
            <a:ext cx="848642" cy="726915"/>
          </a:xfrm>
          <a:prstGeom prst="rect">
            <a:avLst/>
          </a:prstGeom>
        </p:spPr>
      </p:pic>
      <p:pic>
        <p:nvPicPr>
          <p:cNvPr id="24" name="pic_stemi">
            <a:extLst>
              <a:ext uri="{FF2B5EF4-FFF2-40B4-BE49-F238E27FC236}">
                <a16:creationId xmlns:a16="http://schemas.microsoft.com/office/drawing/2014/main" id="{C4803C3E-DE7F-2182-D796-F9D9BADE5615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3804989" y="2621587"/>
            <a:ext cx="1138003" cy="1138003"/>
          </a:xfrm>
          <a:prstGeom prst="rect">
            <a:avLst/>
          </a:prstGeom>
        </p:spPr>
      </p:pic>
      <p:sp>
        <p:nvSpPr>
          <p:cNvPr id="3" name="ph_door_to_reperfusion_additional_text">
            <a:extLst>
              <a:ext uri="{FF2B5EF4-FFF2-40B4-BE49-F238E27FC236}">
                <a16:creationId xmlns:a16="http://schemas.microsoft.com/office/drawing/2014/main" id="{10F35289-C14E-D8DC-E6F0-74A1CC6A06E4}"/>
              </a:ext>
            </a:extLst>
          </p:cNvPr>
          <p:cNvSpPr txBox="1"/>
          <p:nvPr userDrawn="1"/>
        </p:nvSpPr>
        <p:spPr>
          <a:xfrm>
            <a:off x="27015" y="6160199"/>
            <a:ext cx="2051342" cy="338554"/>
          </a:xfrm>
          <a:prstGeom prst="rect">
            <a:avLst/>
          </a:prstGeom>
          <a:noFill/>
        </p:spPr>
        <p:txBody>
          <a:bodyPr wrap="square" lIns="72000" tIns="0" rIns="0" bIns="0" rtlCol="0">
            <a:spAutoFit/>
          </a:bodyPr>
          <a:lstStyle/>
          <a:p>
            <a:r>
              <a:rPr lang="en-AU" sz="1100" dirty="0"/>
              <a:t>* direct or pre-hospital activated STEMI with chest pain &lt;12 hours</a:t>
            </a:r>
          </a:p>
        </p:txBody>
      </p:sp>
    </p:spTree>
    <p:extLst>
      <p:ext uri="{BB962C8B-B14F-4D97-AF65-F5344CB8AC3E}">
        <p14:creationId xmlns:p14="http://schemas.microsoft.com/office/powerpoint/2010/main" val="1363397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f_footer">
            <a:extLst>
              <a:ext uri="{FF2B5EF4-FFF2-40B4-BE49-F238E27FC236}">
                <a16:creationId xmlns:a16="http://schemas.microsoft.com/office/drawing/2014/main" id="{465D00C7-B8A6-3024-4A5D-41B448AA8CD8}"/>
              </a:ext>
            </a:extLst>
          </p:cNvPr>
          <p:cNvSpPr txBox="1">
            <a:spLocks/>
          </p:cNvSpPr>
          <p:nvPr userDrawn="1"/>
        </p:nvSpPr>
        <p:spPr>
          <a:xfrm>
            <a:off x="167027" y="9011304"/>
            <a:ext cx="6515783" cy="684651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b="1" noProof="0" dirty="0"/>
              <a:t>Please print this poster </a:t>
            </a:r>
            <a:r>
              <a:rPr lang="en-AU" noProof="0" dirty="0"/>
              <a:t>and share it with your teams! It is a collaboration between the Cardiac Registry of Western Australia, PCI Database of Western Australia &amp; PCI Centres across WA Health.  </a:t>
            </a:r>
            <a:r>
              <a:rPr lang="en-AU" b="1" noProof="0" dirty="0"/>
              <a:t>Thank you for your help.</a:t>
            </a:r>
            <a:r>
              <a:rPr lang="en-AU" noProof="0" dirty="0"/>
              <a:t> </a:t>
            </a:r>
          </a:p>
        </p:txBody>
      </p:sp>
      <p:sp>
        <p:nvSpPr>
          <p:cNvPr id="16" name="logo_crowa_subtitle">
            <a:extLst>
              <a:ext uri="{FF2B5EF4-FFF2-40B4-BE49-F238E27FC236}">
                <a16:creationId xmlns:a16="http://schemas.microsoft.com/office/drawing/2014/main" id="{2AB87B99-53BD-A3E1-EC73-2148133BEA33}"/>
              </a:ext>
            </a:extLst>
          </p:cNvPr>
          <p:cNvSpPr txBox="1"/>
          <p:nvPr userDrawn="1"/>
        </p:nvSpPr>
        <p:spPr>
          <a:xfrm>
            <a:off x="216082" y="1335629"/>
            <a:ext cx="20118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800" b="1" dirty="0">
                <a:solidFill>
                  <a:srgbClr val="19456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Cardiac Registry of Western Australia</a:t>
            </a:r>
          </a:p>
        </p:txBody>
      </p:sp>
      <p:sp>
        <p:nvSpPr>
          <p:cNvPr id="15" name="logo_crowa_title">
            <a:extLst>
              <a:ext uri="{FF2B5EF4-FFF2-40B4-BE49-F238E27FC236}">
                <a16:creationId xmlns:a16="http://schemas.microsoft.com/office/drawing/2014/main" id="{0A8B2BEF-EC4A-AACD-7AC0-27A940353D18}"/>
              </a:ext>
            </a:extLst>
          </p:cNvPr>
          <p:cNvSpPr txBox="1"/>
          <p:nvPr userDrawn="1"/>
        </p:nvSpPr>
        <p:spPr>
          <a:xfrm>
            <a:off x="231102" y="819698"/>
            <a:ext cx="1891476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3800" b="1" dirty="0">
                <a:solidFill>
                  <a:srgbClr val="19456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CRoWA</a:t>
            </a:r>
          </a:p>
        </p:txBody>
      </p:sp>
      <p:pic>
        <p:nvPicPr>
          <p:cNvPr id="18" name="logo_crowa" descr="A heart with a pulse line&#10;&#10;AI-generated content may be incorrect.">
            <a:extLst>
              <a:ext uri="{FF2B5EF4-FFF2-40B4-BE49-F238E27FC236}">
                <a16:creationId xmlns:a16="http://schemas.microsoft.com/office/drawing/2014/main" id="{CA3877DB-6975-A75F-DBFC-236D4FEC401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t="6093" b="3989"/>
          <a:stretch/>
        </p:blipFill>
        <p:spPr>
          <a:xfrm>
            <a:off x="549275" y="169781"/>
            <a:ext cx="1119344" cy="800915"/>
          </a:xfrm>
          <a:prstGeom prst="rect">
            <a:avLst/>
          </a:prstGeom>
        </p:spPr>
      </p:pic>
      <p:pic>
        <p:nvPicPr>
          <p:cNvPr id="4" name="Picture 3" descr="A logo of a company&#10;&#10;AI-generated content may be incorrect.">
            <a:extLst>
              <a:ext uri="{FF2B5EF4-FFF2-40B4-BE49-F238E27FC236}">
                <a16:creationId xmlns:a16="http://schemas.microsoft.com/office/drawing/2014/main" id="{DAE3C987-7108-DA66-8847-CED4928A91D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4918" y="198351"/>
            <a:ext cx="2160000" cy="124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7991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4F36A85-40C1-99E5-A3BA-3666774AE73E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92570" y="5457660"/>
            <a:ext cx="1945149" cy="967854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6C39B9-C8C6-2B76-BE87-956DBD5F86B7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905632" y="2216893"/>
            <a:ext cx="1916654" cy="614090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3DA828-FFB0-A7BA-2F8B-AF0D49FEE4F3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67028" y="3500446"/>
            <a:ext cx="1570527" cy="766631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F5C07D-A98D-DF62-0C9B-BAA4238D66ED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152495" y="8229570"/>
            <a:ext cx="2623018" cy="620712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D0EF5F5-7D75-0122-641F-0ACF5C0197B5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292060" y="5896551"/>
            <a:ext cx="1465513" cy="673021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2D50CFE-DF50-09A4-5E58-2ABFD4312156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103232" y="4183842"/>
            <a:ext cx="2672281" cy="454546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C6C04CB-0A51-4268-896C-ADCF3E056A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85575" y="6750724"/>
            <a:ext cx="1737432" cy="610343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98833C7-4F68-7FFA-40F5-A320C257F35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67028" y="1714499"/>
            <a:ext cx="1266356" cy="855705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050248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1395</TotalTime>
  <Words>0</Words>
  <Application>Microsoft Office PowerPoint</Application>
  <PresentationFormat>A4 Paper (210x297 mm)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Segoe UI</vt:lpstr>
      <vt:lpstr>Office Theme</vt:lpstr>
      <vt:lpstr>PowerPoint Presentation</vt:lpstr>
    </vt:vector>
  </TitlesOfParts>
  <Company>Western Australia (WA) Department of Health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PCI Poster</dc:title>
  <dc:subject>Cardiac Registry of Western Australia (CRoWA)</dc:subject>
  <dc:creator>Gillett, Richard</dc:creator>
  <cp:keywords>Richard Gillett</cp:keywords>
  <cp:lastModifiedBy>Li, Peter</cp:lastModifiedBy>
  <cp:revision>10</cp:revision>
  <dcterms:created xsi:type="dcterms:W3CDTF">2025-12-08T07:46:39Z</dcterms:created>
  <dcterms:modified xsi:type="dcterms:W3CDTF">2026-08-14T02:07:26Z</dcterms:modified>
  <cp:category>PCI, Quality Improvement (QI)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e1c7c89-5258-4350-85e5-a4352e950ee1_Enabled">
    <vt:lpwstr>true</vt:lpwstr>
  </property>
  <property fmtid="{D5CDD505-2E9C-101B-9397-08002B2CF9AE}" pid="3" name="MSIP_Label_7e1c7c89-5258-4350-85e5-a4352e950ee1_SetDate">
    <vt:lpwstr>2026-01-08T13:51:00Z</vt:lpwstr>
  </property>
  <property fmtid="{D5CDD505-2E9C-101B-9397-08002B2CF9AE}" pid="4" name="MSIP_Label_7e1c7c89-5258-4350-85e5-a4352e950ee1_Method">
    <vt:lpwstr>Privileged</vt:lpwstr>
  </property>
  <property fmtid="{D5CDD505-2E9C-101B-9397-08002B2CF9AE}" pid="5" name="MSIP_Label_7e1c7c89-5258-4350-85e5-a4352e950ee1_Name">
    <vt:lpwstr>OFFICIAL [PROD]</vt:lpwstr>
  </property>
  <property fmtid="{D5CDD505-2E9C-101B-9397-08002B2CF9AE}" pid="6" name="MSIP_Label_7e1c7c89-5258-4350-85e5-a4352e950ee1_SiteId">
    <vt:lpwstr>5d26beb9-d730-4343-a251-d170ca86377c</vt:lpwstr>
  </property>
  <property fmtid="{D5CDD505-2E9C-101B-9397-08002B2CF9AE}" pid="7" name="MSIP_Label_7e1c7c89-5258-4350-85e5-a4352e950ee1_ActionId">
    <vt:lpwstr>41b91077-0cae-4856-a973-60582dee6448</vt:lpwstr>
  </property>
  <property fmtid="{D5CDD505-2E9C-101B-9397-08002B2CF9AE}" pid="8" name="MSIP_Label_7e1c7c89-5258-4350-85e5-a4352e950ee1_ContentBits">
    <vt:lpwstr>1</vt:lpwstr>
  </property>
  <property fmtid="{D5CDD505-2E9C-101B-9397-08002B2CF9AE}" pid="9" name="MSIP_Label_7e1c7c89-5258-4350-85e5-a4352e950ee1_Tag">
    <vt:lpwstr>10, 0, 1, 1</vt:lpwstr>
  </property>
  <property fmtid="{D5CDD505-2E9C-101B-9397-08002B2CF9AE}" pid="10" name="ClassificationContentMarkingHeaderLocations">
    <vt:lpwstr>Office Theme:6</vt:lpwstr>
  </property>
  <property fmtid="{D5CDD505-2E9C-101B-9397-08002B2CF9AE}" pid="11" name="ClassificationContentMarkingHeaderText">
    <vt:lpwstr>OFFICIAL</vt:lpwstr>
  </property>
</Properties>
</file>