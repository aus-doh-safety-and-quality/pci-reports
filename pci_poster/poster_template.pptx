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2260"/>
    <a:srgbClr val="C11A1C"/>
    <a:srgbClr val="89B8DB"/>
    <a:srgbClr val="EA7A67"/>
    <a:srgbClr val="AB1C23"/>
    <a:srgbClr val="5B8FC0"/>
    <a:srgbClr val="ECA6CE"/>
    <a:srgbClr val="6F8BB8"/>
    <a:srgbClr val="A5236D"/>
    <a:srgbClr val="551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160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ett, Richard" userId="f751afb3-89ee-4adb-bf46-b352b62550b4" providerId="ADAL" clId="{947C8103-4DC6-4827-8B43-5C2E904880F7}"/>
    <pc:docChg chg="undo custSel modMainMaster">
      <pc:chgData name="Gillett, Richard" userId="f751afb3-89ee-4adb-bf46-b352b62550b4" providerId="ADAL" clId="{947C8103-4DC6-4827-8B43-5C2E904880F7}" dt="2026-01-06T08:14:35.035" v="119" actId="1035"/>
      <pc:docMkLst>
        <pc:docMk/>
      </pc:docMkLst>
      <pc:sldMasterChg chg="modSp mod modSldLayout">
        <pc:chgData name="Gillett, Richard" userId="f751afb3-89ee-4adb-bf46-b352b62550b4" providerId="ADAL" clId="{947C8103-4DC6-4827-8B43-5C2E904880F7}" dt="2026-01-06T08:14:35.035" v="119" actId="1035"/>
        <pc:sldMasterMkLst>
          <pc:docMk/>
          <pc:sldMasterMk cId="2640799190" sldId="2147483660"/>
        </pc:sldMasterMkLst>
        <pc:sldLayoutChg chg="modSp mod">
          <pc:chgData name="Gillett, Richard" userId="f751afb3-89ee-4adb-bf46-b352b62550b4" providerId="ADAL" clId="{947C8103-4DC6-4827-8B43-5C2E904880F7}" dt="2026-01-06T08:14:35.035" v="119" actId="1035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  <pc:docChgLst>
    <pc:chgData name="Gillett, Richard" userId="f751afb3-89ee-4adb-bf46-b352b62550b4" providerId="ADAL" clId="{E1DC7D8A-5337-4AAE-9935-D0A80B248513}"/>
    <pc:docChg chg="undo redo custSel modSld addMainMaster delMainMaster modMainMaster">
      <pc:chgData name="Gillett, Richard" userId="f751afb3-89ee-4adb-bf46-b352b62550b4" providerId="ADAL" clId="{E1DC7D8A-5337-4AAE-9935-D0A80B248513}" dt="2026-01-13T09:39:19.990" v="1024" actId="14100"/>
      <pc:docMkLst>
        <pc:docMk/>
      </pc:docMkLst>
      <pc:sldChg chg="modSp mod">
        <pc:chgData name="Gillett, Richard" userId="f751afb3-89ee-4adb-bf46-b352b62550b4" providerId="ADAL" clId="{E1DC7D8A-5337-4AAE-9935-D0A80B248513}" dt="2026-01-13T09:39:19.990" v="1024" actId="14100"/>
        <pc:sldMkLst>
          <pc:docMk/>
          <pc:sldMk cId="4050248657" sldId="258"/>
        </pc:sldMkLst>
      </pc:sldChg>
      <pc:sldMasterChg chg="addSp delSp modSp mod modSldLayout">
        <pc:chgData name="Gillett, Richard" userId="f751afb3-89ee-4adb-bf46-b352b62550b4" providerId="ADAL" clId="{E1DC7D8A-5337-4AAE-9935-D0A80B248513}" dt="2026-01-13T09:38:14.758" v="1023" actId="1036"/>
        <pc:sldMasterMkLst>
          <pc:docMk/>
          <pc:sldMasterMk cId="2640799190" sldId="2147483660"/>
        </pc:sldMasterMkLst>
        <pc:sldLayoutChg chg="addSp delSp modSp mod">
          <pc:chgData name="Gillett, Richard" userId="f751afb3-89ee-4adb-bf46-b352b62550b4" providerId="ADAL" clId="{E1DC7D8A-5337-4AAE-9935-D0A80B248513}" dt="2026-01-13T09:37:49.877" v="1013" actId="1035"/>
          <pc:sldLayoutMkLst>
            <pc:docMk/>
            <pc:sldMasterMk cId="2640799190" sldId="2147483660"/>
            <pc:sldLayoutMk cId="1363397331" sldId="2147483661"/>
          </pc:sldLayoutMkLst>
        </pc:sldLayoutChg>
        <pc:sldLayoutChg chg="addSp delSp modSp mod">
          <pc:chgData name="Gillett, Richard" userId="f751afb3-89ee-4adb-bf46-b352b62550b4" providerId="ADAL" clId="{E1DC7D8A-5337-4AAE-9935-D0A80B248513}" dt="2026-01-08T00:11:34.439" v="311" actId="21"/>
          <pc:sldLayoutMkLst>
            <pc:docMk/>
            <pc:sldMasterMk cId="2640799190" sldId="2147483660"/>
            <pc:sldLayoutMk cId="413489094" sldId="2147483662"/>
          </pc:sldLayoutMkLst>
        </pc:sldLayoutChg>
      </pc:sldMasterChg>
      <pc:sldMasterChg chg="new del mod addSldLayout delSldLayout">
        <pc:chgData name="Gillett, Richard" userId="f751afb3-89ee-4adb-bf46-b352b62550b4" providerId="ADAL" clId="{E1DC7D8A-5337-4AAE-9935-D0A80B248513}" dt="2026-01-08T00:07:10.675" v="277" actId="6938"/>
        <pc:sldMasterMkLst>
          <pc:docMk/>
          <pc:sldMasterMk cId="3088122613" sldId="2147483662"/>
        </pc:sldMasterMkLst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635335690" sldId="2147483663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302690302" sldId="2147483664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992193309" sldId="2147483665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6394156" sldId="2147483666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766713548" sldId="2147483667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4074602279" sldId="2147483668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3305373079" sldId="2147483669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089218544" sldId="2147483670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346707861" sldId="2147483671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0221458" sldId="2147483672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232889983" sldId="2147483673"/>
          </pc:sldLayoutMkLst>
        </pc:sldLayoutChg>
      </pc:sldMasterChg>
    </pc:docChg>
  </pc:docChgLst>
  <pc:docChgLst>
    <pc:chgData name="Gillett, Richard" userId="f751afb3-89ee-4adb-bf46-b352b62550b4" providerId="ADAL" clId="{A5BB3A64-C60C-45E9-BAE7-11B96E1E2D18}"/>
    <pc:docChg chg="undo custSel modSld modMainMaster">
      <pc:chgData name="Gillett, Richard" userId="f751afb3-89ee-4adb-bf46-b352b62550b4" providerId="ADAL" clId="{A5BB3A64-C60C-45E9-BAE7-11B96E1E2D18}" dt="2026-02-05T07:26:13.627" v="547" actId="20577"/>
      <pc:docMkLst>
        <pc:docMk/>
      </pc:docMkLst>
      <pc:sldChg chg="modSp mod">
        <pc:chgData name="Gillett, Richard" userId="f751afb3-89ee-4adb-bf46-b352b62550b4" providerId="ADAL" clId="{A5BB3A64-C60C-45E9-BAE7-11B96E1E2D18}" dt="2026-01-14T09:55:55.459" v="251" actId="14100"/>
        <pc:sldMkLst>
          <pc:docMk/>
          <pc:sldMk cId="4050248657" sldId="258"/>
        </pc:sldMkLst>
      </pc:sldChg>
      <pc:sldMasterChg chg="addSp delSp modSp mod modSldLayout">
        <pc:chgData name="Gillett, Richard" userId="f751afb3-89ee-4adb-bf46-b352b62550b4" providerId="ADAL" clId="{A5BB3A64-C60C-45E9-BAE7-11B96E1E2D18}" dt="2026-02-05T07:26:13.627" v="547" actId="20577"/>
        <pc:sldMasterMkLst>
          <pc:docMk/>
          <pc:sldMasterMk cId="2640799190" sldId="2147483660"/>
        </pc:sldMasterMkLst>
        <pc:sldLayoutChg chg="addSp delSp modSp mod">
          <pc:chgData name="Gillett, Richard" userId="f751afb3-89ee-4adb-bf46-b352b62550b4" providerId="ADAL" clId="{A5BB3A64-C60C-45E9-BAE7-11B96E1E2D18}" dt="2026-01-20T23:56:46.184" v="545" actId="962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  <pc:docChgLst>
    <pc:chgData name="Gillett, Richard" userId="f751afb3-89ee-4adb-bf46-b352b62550b4" providerId="ADAL" clId="{4E0FD693-728A-4417-BDB5-6E29955B45D4}"/>
    <pc:docChg chg="custSel modMainMaster">
      <pc:chgData name="Gillett, Richard" userId="f751afb3-89ee-4adb-bf46-b352b62550b4" providerId="ADAL" clId="{4E0FD693-728A-4417-BDB5-6E29955B45D4}" dt="2026-06-10T08:00:51.893" v="2" actId="478"/>
      <pc:docMkLst>
        <pc:docMk/>
      </pc:docMkLst>
      <pc:sldMasterChg chg="modSldLayout">
        <pc:chgData name="Gillett, Richard" userId="f751afb3-89ee-4adb-bf46-b352b62550b4" providerId="ADAL" clId="{4E0FD693-728A-4417-BDB5-6E29955B45D4}" dt="2026-06-10T08:00:51.893" v="2" actId="478"/>
        <pc:sldMasterMkLst>
          <pc:docMk/>
          <pc:sldMasterMk cId="2640799190" sldId="2147483660"/>
        </pc:sldMasterMkLst>
        <pc:sldLayoutChg chg="delSp modSp mod">
          <pc:chgData name="Gillett, Richard" userId="f751afb3-89ee-4adb-bf46-b352b62550b4" providerId="ADAL" clId="{4E0FD693-728A-4417-BDB5-6E29955B45D4}" dt="2026-06-10T08:00:51.893" v="2" actId="478"/>
          <pc:sldLayoutMkLst>
            <pc:docMk/>
            <pc:sldMasterMk cId="2640799190" sldId="2147483660"/>
            <pc:sldLayoutMk cId="1363397331" sldId="2147483661"/>
          </pc:sldLayoutMkLst>
          <pc:spChg chg="mod">
            <ac:chgData name="Gillett, Richard" userId="f751afb3-89ee-4adb-bf46-b352b62550b4" providerId="ADAL" clId="{4E0FD693-728A-4417-BDB5-6E29955B45D4}" dt="2026-06-10T05:52:21.966" v="1" actId="20577"/>
            <ac:spMkLst>
              <pc:docMk/>
              <pc:sldMasterMk cId="2640799190" sldId="2147483660"/>
              <pc:sldLayoutMk cId="1363397331" sldId="2147483661"/>
              <ac:spMk id="43" creationId="{CDBAF79C-1ECD-4077-B693-FAA616F38BB3}"/>
            </ac:spMkLst>
          </pc:spChg>
          <pc:cxnChg chg="del">
            <ac:chgData name="Gillett, Richard" userId="f751afb3-89ee-4adb-bf46-b352b62550b4" providerId="ADAL" clId="{4E0FD693-728A-4417-BDB5-6E29955B45D4}" dt="2026-06-10T08:00:51.893" v="2" actId="478"/>
            <ac:cxnSpMkLst>
              <pc:docMk/>
              <pc:sldMasterMk cId="2640799190" sldId="2147483660"/>
              <pc:sldLayoutMk cId="1363397331" sldId="2147483661"/>
              <ac:cxnSpMk id="4" creationId="{5BB082F5-DE58-9BB3-E67C-CBAE81B32259}"/>
            </ac:cxnSpMkLst>
          </pc:cxnChg>
        </pc:sldLayoutChg>
      </pc:sldMasterChg>
    </pc:docChg>
  </pc:docChgLst>
  <pc:docChgLst>
    <pc:chgData name="Gillett, Richard" userId="f751afb3-89ee-4adb-bf46-b352b62550b4" providerId="ADAL" clId="{63D0502C-E45B-42C2-8995-A2AEF517A4FA}"/>
    <pc:docChg chg="undo custSel modMainMaster">
      <pc:chgData name="Gillett, Richard" userId="f751afb3-89ee-4adb-bf46-b352b62550b4" providerId="ADAL" clId="{63D0502C-E45B-42C2-8995-A2AEF517A4FA}" dt="2026-03-04T04:53:56.357" v="273" actId="962"/>
      <pc:docMkLst>
        <pc:docMk/>
      </pc:docMkLst>
      <pc:sldMasterChg chg="modSp mod modSldLayout">
        <pc:chgData name="Gillett, Richard" userId="f751afb3-89ee-4adb-bf46-b352b62550b4" providerId="ADAL" clId="{63D0502C-E45B-42C2-8995-A2AEF517A4FA}" dt="2026-03-04T04:53:56.357" v="273" actId="962"/>
        <pc:sldMasterMkLst>
          <pc:docMk/>
          <pc:sldMasterMk cId="2640799190" sldId="2147483660"/>
        </pc:sldMasterMkLst>
        <pc:sldLayoutChg chg="addSp delSp modSp mod">
          <pc:chgData name="Gillett, Richard" userId="f751afb3-89ee-4adb-bf46-b352b62550b4" providerId="ADAL" clId="{63D0502C-E45B-42C2-8995-A2AEF517A4FA}" dt="2026-03-04T04:53:56.357" v="273" actId="962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  <pc:docChgLst>
    <pc:chgData name="Gillett, Richard" userId="f751afb3-89ee-4adb-bf46-b352b62550b4" providerId="ADAL" clId="{DEA488FC-94AF-4063-9B1C-28C28240276E}"/>
    <pc:docChg chg="undo custSel addSld delSld modSld addMainMaster delMainMaster modMainMaster">
      <pc:chgData name="Gillett, Richard" userId="f751afb3-89ee-4adb-bf46-b352b62550b4" providerId="ADAL" clId="{DEA488FC-94AF-4063-9B1C-28C28240276E}" dt="2025-12-29T12:30:10.729" v="2709" actId="6549"/>
      <pc:docMkLst>
        <pc:docMk/>
      </pc:docMkLst>
      <pc:sldChg chg="addSp delSp modSp del mod">
        <pc:chgData name="Gillett, Richard" userId="f751afb3-89ee-4adb-bf46-b352b62550b4" providerId="ADAL" clId="{DEA488FC-94AF-4063-9B1C-28C28240276E}" dt="2025-12-15T12:37:58.584" v="686" actId="47"/>
        <pc:sldMkLst>
          <pc:docMk/>
          <pc:sldMk cId="44187874" sldId="256"/>
        </pc:sldMkLst>
      </pc:sldChg>
      <pc:sldChg chg="new del">
        <pc:chgData name="Gillett, Richard" userId="f751afb3-89ee-4adb-bf46-b352b62550b4" providerId="ADAL" clId="{DEA488FC-94AF-4063-9B1C-28C28240276E}" dt="2025-12-15T12:43:29.510" v="690" actId="47"/>
        <pc:sldMkLst>
          <pc:docMk/>
          <pc:sldMk cId="3478252300" sldId="257"/>
        </pc:sldMkLst>
      </pc:sldChg>
      <pc:sldChg chg="add del">
        <pc:chgData name="Gillett, Richard" userId="f751afb3-89ee-4adb-bf46-b352b62550b4" providerId="ADAL" clId="{DEA488FC-94AF-4063-9B1C-28C28240276E}" dt="2025-12-12T08:29:51.040" v="295" actId="47"/>
        <pc:sldMkLst>
          <pc:docMk/>
          <pc:sldMk cId="4108998800" sldId="257"/>
        </pc:sldMkLst>
      </pc:sldChg>
      <pc:sldChg chg="addSp delSp modSp new mod">
        <pc:chgData name="Gillett, Richard" userId="f751afb3-89ee-4adb-bf46-b352b62550b4" providerId="ADAL" clId="{DEA488FC-94AF-4063-9B1C-28C28240276E}" dt="2025-12-29T06:05:16.883" v="1671" actId="21"/>
        <pc:sldMkLst>
          <pc:docMk/>
          <pc:sldMk cId="4050248657" sldId="258"/>
        </pc:sldMkLst>
      </pc:sldChg>
      <pc:sldMasterChg chg="addSp delSp modSp mod modSldLayout">
        <pc:chgData name="Gillett, Richard" userId="f751afb3-89ee-4adb-bf46-b352b62550b4" providerId="ADAL" clId="{DEA488FC-94AF-4063-9B1C-28C28240276E}" dt="2025-12-29T12:30:10.729" v="2709" actId="6549"/>
        <pc:sldMasterMkLst>
          <pc:docMk/>
          <pc:sldMasterMk cId="2640799190" sldId="2147483660"/>
        </pc:sldMasterMkLst>
        <pc:sldLayoutChg chg="addSp delSp modSp mod">
          <pc:chgData name="Gillett, Richard" userId="f751afb3-89ee-4adb-bf46-b352b62550b4" providerId="ADAL" clId="{DEA488FC-94AF-4063-9B1C-28C28240276E}" dt="2025-12-29T12:11:39.590" v="2678" actId="1036"/>
          <pc:sldLayoutMkLst>
            <pc:docMk/>
            <pc:sldMasterMk cId="2640799190" sldId="2147483660"/>
            <pc:sldLayoutMk cId="1363397331" sldId="2147483661"/>
          </pc:sldLayoutMkLst>
        </pc:sldLayoutChg>
      </pc:sldMasterChg>
      <pc:sldMasterChg chg="new del mod addSldLayout delSldLayout">
        <pc:chgData name="Gillett, Richard" userId="f751afb3-89ee-4adb-bf46-b352b62550b4" providerId="ADAL" clId="{DEA488FC-94AF-4063-9B1C-28C28240276E}" dt="2025-12-28T05:39:29.159" v="992" actId="6938"/>
        <pc:sldMasterMkLst>
          <pc:docMk/>
          <pc:sldMasterMk cId="1153310644" sldId="2147483662"/>
        </pc:sldMasterMkLst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663374887" sldId="2147483663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5387835" sldId="2147483664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739824652" sldId="2147483665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826097363" sldId="2147483666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26132503" sldId="2147483667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501820431" sldId="2147483668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97151866" sldId="2147483669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87169999" sldId="2147483670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086215" sldId="2147483671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341649398" sldId="2147483672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891173" sldId="2147483673"/>
          </pc:sldLayoutMkLst>
        </pc:sldLayoutChg>
      </pc:sldMasterChg>
      <pc:sldMasterChg chg="new del mod addSldLayout">
        <pc:chgData name="Gillett, Richard" userId="f751afb3-89ee-4adb-bf46-b352b62550b4" providerId="ADAL" clId="{DEA488FC-94AF-4063-9B1C-28C28240276E}" dt="2025-12-19T01:00:52.114" v="694" actId="2696"/>
        <pc:sldMasterMkLst>
          <pc:docMk/>
          <pc:sldMasterMk cId="2336241063" sldId="2147483662"/>
        </pc:sldMasterMkLst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279756636" sldId="2147483663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568819035" sldId="2147483664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66554991" sldId="2147483665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003099896" sldId="2147483666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03749154" sldId="2147483667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2332718" sldId="2147483668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661408711" sldId="2147483669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084902294" sldId="2147483670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402761395" sldId="2147483671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892790150" sldId="2147483672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62109487" sldId="2147483673"/>
          </pc:sldLayoutMkLst>
        </pc:sldLayoutChg>
      </pc:sldMasterChg>
      <pc:sldMasterChg chg="add del mod addSldLayout delSldLayout modSldLayout">
        <pc:chgData name="Gillett, Richard" userId="f751afb3-89ee-4adb-bf46-b352b62550b4" providerId="ADAL" clId="{DEA488FC-94AF-4063-9B1C-28C28240276E}" dt="2025-12-12T08:39:04.712" v="496" actId="2890"/>
        <pc:sldMasterMkLst>
          <pc:docMk/>
          <pc:sldMasterMk cId="3317877594" sldId="2147483662"/>
        </pc:sldMasterMkLst>
        <pc:sldLayoutChg chg="add del mod replId">
          <pc:chgData name="Gillett, Richard" userId="f751afb3-89ee-4adb-bf46-b352b62550b4" providerId="ADAL" clId="{DEA488FC-94AF-4063-9B1C-28C28240276E}" dt="2025-12-12T08:39:04.712" v="496" actId="2890"/>
          <pc:sldLayoutMkLst>
            <pc:docMk/>
            <pc:sldMasterMk cId="3317877594" sldId="2147483662"/>
            <pc:sldLayoutMk cId="2071558585" sldId="214748366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ECFBE2-8C81-293C-1EF9-A0FF9B5C96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6CCC2-AF62-8969-44E1-986E100987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53CA5-41C7-4923-8C6F-B3E91010339F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D42CB-E5C5-F33F-3460-367FB518C4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3DFE0-841F-0C0C-20A6-F0C09B3BB0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54862-D4D4-42F6-8B64-5DAE773832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250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0ED89-5811-46A2-AFCA-7C8C83CE9906}" type="datetimeFigureOut">
              <a:rPr lang="en-AU" smtClean="0"/>
              <a:t>16/10/2026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4E164-20E8-436E-AD2A-0BFC05B519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1641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_heart" descr="A human heart with veins and arteries&#10;&#10;AI-generated content may be incorrect.">
            <a:extLst>
              <a:ext uri="{FF2B5EF4-FFF2-40B4-BE49-F238E27FC236}">
                <a16:creationId xmlns:a16="http://schemas.microsoft.com/office/drawing/2014/main" id="{5F294ACB-2AAB-53EB-3D12-B7F8668F3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63278" y="3109793"/>
            <a:ext cx="3312000" cy="4968001"/>
          </a:xfrm>
          <a:prstGeom prst="rect">
            <a:avLst/>
          </a:prstGeom>
        </p:spPr>
      </p:pic>
      <p:sp>
        <p:nvSpPr>
          <p:cNvPr id="45" name="ph_poster_production_date">
            <a:extLst>
              <a:ext uri="{FF2B5EF4-FFF2-40B4-BE49-F238E27FC236}">
                <a16:creationId xmlns:a16="http://schemas.microsoft.com/office/drawing/2014/main" id="{CFA66B11-7F54-5482-663D-8B6227A02F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/>
            </a:lvl1pPr>
          </a:lstStyle>
          <a:p>
            <a:pPr lvl="0"/>
            <a:endParaRPr lang="en-US" dirty="0"/>
          </a:p>
        </p:txBody>
      </p:sp>
      <p:sp>
        <p:nvSpPr>
          <p:cNvPr id="38" name="ph_NCR11_desc">
            <a:extLst>
              <a:ext uri="{FF2B5EF4-FFF2-40B4-BE49-F238E27FC236}">
                <a16:creationId xmlns:a16="http://schemas.microsoft.com/office/drawing/2014/main" id="{D56FA25C-826C-AEF5-957C-F09DBE615C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4989" y="8018449"/>
            <a:ext cx="2630768" cy="6419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pPr lvl="0"/>
            <a:r>
              <a:rPr lang="en-AU" dirty="0"/>
              <a:t>X of Y patients were discharged on DAPT</a:t>
            </a:r>
          </a:p>
        </p:txBody>
      </p:sp>
      <p:sp>
        <p:nvSpPr>
          <p:cNvPr id="49" name="ph_NCR11_value">
            <a:extLst>
              <a:ext uri="{FF2B5EF4-FFF2-40B4-BE49-F238E27FC236}">
                <a16:creationId xmlns:a16="http://schemas.microsoft.com/office/drawing/2014/main" id="{1FE6F18A-7157-4F0B-5E13-82B5E30007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85214" y="7247812"/>
            <a:ext cx="1512079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E75B2B"/>
                </a:solidFill>
              </a:defRPr>
            </a:lvl1pPr>
            <a:lvl2pPr>
              <a:defRPr>
                <a:solidFill>
                  <a:srgbClr val="E75B2B"/>
                </a:solidFill>
              </a:defRPr>
            </a:lvl2pPr>
            <a:lvl3pPr>
              <a:defRPr>
                <a:solidFill>
                  <a:srgbClr val="E75B2B"/>
                </a:solidFill>
              </a:defRPr>
            </a:lvl3pPr>
            <a:lvl4pPr>
              <a:defRPr>
                <a:solidFill>
                  <a:srgbClr val="E75B2B"/>
                </a:solidFill>
              </a:defRPr>
            </a:lvl4pPr>
            <a:lvl5pPr>
              <a:defRPr>
                <a:solidFill>
                  <a:srgbClr val="E75B2B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grpSp>
        <p:nvGrpSpPr>
          <p:cNvPr id="4" name="grp_NCR11">
            <a:extLst>
              <a:ext uri="{FF2B5EF4-FFF2-40B4-BE49-F238E27FC236}">
                <a16:creationId xmlns:a16="http://schemas.microsoft.com/office/drawing/2014/main" id="{99DC304C-9316-ACD0-00ED-67563F615699}"/>
              </a:ext>
            </a:extLst>
          </p:cNvPr>
          <p:cNvGrpSpPr/>
          <p:nvPr userDrawn="1"/>
        </p:nvGrpSpPr>
        <p:grpSpPr>
          <a:xfrm>
            <a:off x="3767974" y="7033094"/>
            <a:ext cx="900000" cy="900000"/>
            <a:chOff x="3767974" y="7255520"/>
            <a:chExt cx="900000" cy="900000"/>
          </a:xfrm>
        </p:grpSpPr>
        <p:sp>
          <p:nvSpPr>
            <p:cNvPr id="21" name="shp_NCR11">
              <a:extLst>
                <a:ext uri="{FF2B5EF4-FFF2-40B4-BE49-F238E27FC236}">
                  <a16:creationId xmlns:a16="http://schemas.microsoft.com/office/drawing/2014/main" id="{8E7B100D-340E-CDEA-8F6B-7FDE741C252A}"/>
                </a:ext>
              </a:extLst>
            </p:cNvPr>
            <p:cNvSpPr/>
            <p:nvPr userDrawn="1"/>
          </p:nvSpPr>
          <p:spPr>
            <a:xfrm>
              <a:off x="3767974" y="7255520"/>
              <a:ext cx="900000" cy="900000"/>
            </a:xfrm>
            <a:prstGeom prst="ellipse">
              <a:avLst/>
            </a:prstGeom>
            <a:solidFill>
              <a:srgbClr val="E75B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1" dirty="0">
                <a:solidFill>
                  <a:schemeClr val="accent1"/>
                </a:solidFill>
              </a:endParaRPr>
            </a:p>
          </p:txBody>
        </p:sp>
        <p:pic>
          <p:nvPicPr>
            <p:cNvPr id="2075" name="pic_NCR11" descr="Pill - Free healthcare and medical icons">
              <a:extLst>
                <a:ext uri="{FF2B5EF4-FFF2-40B4-BE49-F238E27FC236}">
                  <a16:creationId xmlns:a16="http://schemas.microsoft.com/office/drawing/2014/main" id="{541A6AC7-D175-3548-67FC-DC5600EFA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6466" y="7362489"/>
              <a:ext cx="602800" cy="60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7" name="ph_Q2100_desc">
            <a:extLst>
              <a:ext uri="{FF2B5EF4-FFF2-40B4-BE49-F238E27FC236}">
                <a16:creationId xmlns:a16="http://schemas.microsoft.com/office/drawing/2014/main" id="{814A0012-CF31-67AE-4E97-AA42CBE2A6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86852" y="5774838"/>
            <a:ext cx="1839649" cy="620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pPr lvl="0"/>
            <a:r>
              <a:rPr lang="en-AU" dirty="0"/>
              <a:t>X of Y </a:t>
            </a:r>
            <a:r>
              <a:rPr lang="en-GB" dirty="0"/>
              <a:t>PCI were performed via Radial Access</a:t>
            </a:r>
            <a:endParaRPr lang="en-AU" dirty="0"/>
          </a:p>
        </p:txBody>
      </p:sp>
      <p:sp>
        <p:nvSpPr>
          <p:cNvPr id="48" name="ph_Q2100_value">
            <a:extLst>
              <a:ext uri="{FF2B5EF4-FFF2-40B4-BE49-F238E27FC236}">
                <a16:creationId xmlns:a16="http://schemas.microsoft.com/office/drawing/2014/main" id="{7BD5F46B-2231-6D01-C514-F696C7DDE5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79949" y="5231626"/>
            <a:ext cx="1335516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D86ECC"/>
                </a:solidFill>
              </a:defRPr>
            </a:lvl1pPr>
            <a:lvl2pPr>
              <a:defRPr>
                <a:solidFill>
                  <a:srgbClr val="D86ECC"/>
                </a:solidFill>
              </a:defRPr>
            </a:lvl2pPr>
            <a:lvl3pPr>
              <a:defRPr>
                <a:solidFill>
                  <a:srgbClr val="D86ECC"/>
                </a:solidFill>
              </a:defRPr>
            </a:lvl3pPr>
            <a:lvl4pPr>
              <a:defRPr>
                <a:solidFill>
                  <a:srgbClr val="D86ECC"/>
                </a:solidFill>
              </a:defRPr>
            </a:lvl4pPr>
            <a:lvl5pPr>
              <a:defRPr>
                <a:solidFill>
                  <a:srgbClr val="D86ECC"/>
                </a:solidFill>
              </a:defRPr>
            </a:lvl5pPr>
          </a:lstStyle>
          <a:p>
            <a:pPr lvl="0"/>
            <a:r>
              <a:rPr lang="en-AU" dirty="0"/>
              <a:t>X%</a:t>
            </a:r>
          </a:p>
        </p:txBody>
      </p:sp>
      <p:grpSp>
        <p:nvGrpSpPr>
          <p:cNvPr id="2" name="grp_Q2100">
            <a:extLst>
              <a:ext uri="{FF2B5EF4-FFF2-40B4-BE49-F238E27FC236}">
                <a16:creationId xmlns:a16="http://schemas.microsoft.com/office/drawing/2014/main" id="{B5E3AA50-0418-452B-C37C-6A5EE4384741}"/>
              </a:ext>
            </a:extLst>
          </p:cNvPr>
          <p:cNvGrpSpPr/>
          <p:nvPr userDrawn="1"/>
        </p:nvGrpSpPr>
        <p:grpSpPr>
          <a:xfrm>
            <a:off x="4721340" y="4301898"/>
            <a:ext cx="900000" cy="900000"/>
            <a:chOff x="4622484" y="4969171"/>
            <a:chExt cx="900000" cy="900000"/>
          </a:xfrm>
        </p:grpSpPr>
        <p:sp>
          <p:nvSpPr>
            <p:cNvPr id="18" name="shp_Q2100">
              <a:extLst>
                <a:ext uri="{FF2B5EF4-FFF2-40B4-BE49-F238E27FC236}">
                  <a16:creationId xmlns:a16="http://schemas.microsoft.com/office/drawing/2014/main" id="{F398ED92-E238-6D9E-B3F0-984D6E2E8650}"/>
                </a:ext>
              </a:extLst>
            </p:cNvPr>
            <p:cNvSpPr/>
            <p:nvPr userDrawn="1"/>
          </p:nvSpPr>
          <p:spPr>
            <a:xfrm>
              <a:off x="4622484" y="4969171"/>
              <a:ext cx="900000" cy="90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1" dirty="0">
                <a:solidFill>
                  <a:schemeClr val="accent1"/>
                </a:solidFill>
              </a:endParaRPr>
            </a:p>
          </p:txBody>
        </p:sp>
        <p:pic>
          <p:nvPicPr>
            <p:cNvPr id="12" name="pic_Q2100">
              <a:extLst>
                <a:ext uri="{FF2B5EF4-FFF2-40B4-BE49-F238E27FC236}">
                  <a16:creationId xmlns:a16="http://schemas.microsoft.com/office/drawing/2014/main" id="{4A335C9F-C929-90C4-EE54-C3B0862F27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383" y1="45117" x2="42383" y2="45117"/>
                          <a14:foregroundMark x1="44141" y1="45605" x2="44141" y2="45605"/>
                          <a14:foregroundMark x1="46777" y1="45703" x2="46777" y2="45703"/>
                          <a14:foregroundMark x1="52734" y1="45996" x2="52734" y2="45996"/>
                          <a14:foregroundMark x1="54492" y1="45996" x2="54492" y2="45996"/>
                          <a14:foregroundMark x1="49805" y1="49121" x2="49805" y2="49121"/>
                          <a14:foregroundMark x1="56738" y1="45605" x2="56738" y2="45605"/>
                          <a14:foregroundMark x1="58887" y1="45996" x2="58887" y2="45996"/>
                          <a14:foregroundMark x1="60547" y1="45801" x2="60547" y2="45801"/>
                          <a14:foregroundMark x1="62988" y1="45996" x2="62988" y2="45996"/>
                          <a14:foregroundMark x1="65723" y1="46191" x2="65723" y2="46191"/>
                          <a14:foregroundMark x1="67188" y1="46191" x2="67188" y2="46191"/>
                          <a14:foregroundMark x1="69336" y1="46094" x2="69336" y2="46094"/>
                          <a14:foregroundMark x1="71875" y1="45996" x2="71875" y2="45996"/>
                          <a14:foregroundMark x1="73730" y1="46582" x2="73730" y2="46582"/>
                          <a14:foregroundMark x1="75684" y1="46777" x2="75684" y2="46777"/>
                          <a14:foregroundMark x1="77637" y1="47656" x2="77637" y2="47656"/>
                        </a14:backgroundRemoval>
                      </a14:imgEffect>
                    </a14:imgLayer>
                  </a14:imgProps>
                </a:ext>
              </a:extLst>
            </a:blip>
            <a:srcRect l="9320" t="28301" r="45829" b="33282"/>
            <a:stretch/>
          </p:blipFill>
          <p:spPr>
            <a:xfrm rot="1623292">
              <a:off x="4663014" y="5011030"/>
              <a:ext cx="848642" cy="726915"/>
            </a:xfrm>
            <a:prstGeom prst="rect">
              <a:avLst/>
            </a:prstGeom>
          </p:spPr>
        </p:pic>
      </p:grpSp>
      <p:sp>
        <p:nvSpPr>
          <p:cNvPr id="41" name="ph_Q2101_desc">
            <a:extLst>
              <a:ext uri="{FF2B5EF4-FFF2-40B4-BE49-F238E27FC236}">
                <a16:creationId xmlns:a16="http://schemas.microsoft.com/office/drawing/2014/main" id="{D4F00C51-9060-7169-179B-F541DAFC0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66801" y="3585199"/>
            <a:ext cx="2500255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AU" dirty="0"/>
              <a:t>X of Y PCI were emergencies for STEMI</a:t>
            </a:r>
          </a:p>
        </p:txBody>
      </p:sp>
      <p:sp>
        <p:nvSpPr>
          <p:cNvPr id="47" name="ph_Q2101_value">
            <a:extLst>
              <a:ext uri="{FF2B5EF4-FFF2-40B4-BE49-F238E27FC236}">
                <a16:creationId xmlns:a16="http://schemas.microsoft.com/office/drawing/2014/main" id="{B1F62D07-2195-698B-2714-154E4501E4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19163" y="2792147"/>
            <a:ext cx="1516977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buNone/>
              <a:defRPr sz="4800">
                <a:solidFill>
                  <a:srgbClr val="133F6D"/>
                </a:solidFill>
              </a:defRPr>
            </a:lvl1pPr>
            <a:lvl2pPr>
              <a:defRPr>
                <a:solidFill>
                  <a:srgbClr val="133F6D"/>
                </a:solidFill>
              </a:defRPr>
            </a:lvl2pPr>
            <a:lvl3pPr>
              <a:defRPr>
                <a:solidFill>
                  <a:srgbClr val="133F6D"/>
                </a:solidFill>
              </a:defRPr>
            </a:lvl3pPr>
            <a:lvl4pPr>
              <a:defRPr>
                <a:solidFill>
                  <a:srgbClr val="133F6D"/>
                </a:solidFill>
              </a:defRPr>
            </a:lvl4pPr>
            <a:lvl5pPr>
              <a:defRPr>
                <a:solidFill>
                  <a:srgbClr val="133F6D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grpSp>
        <p:nvGrpSpPr>
          <p:cNvPr id="8" name="grp_Q2101">
            <a:extLst>
              <a:ext uri="{FF2B5EF4-FFF2-40B4-BE49-F238E27FC236}">
                <a16:creationId xmlns:a16="http://schemas.microsoft.com/office/drawing/2014/main" id="{48F6A469-26C0-EA12-0433-BAE178F0D17F}"/>
              </a:ext>
            </a:extLst>
          </p:cNvPr>
          <p:cNvGrpSpPr/>
          <p:nvPr userDrawn="1"/>
        </p:nvGrpSpPr>
        <p:grpSpPr>
          <a:xfrm>
            <a:off x="3804989" y="2399161"/>
            <a:ext cx="1138003" cy="1138003"/>
            <a:chOff x="3804989" y="2621587"/>
            <a:chExt cx="1138003" cy="1138003"/>
          </a:xfrm>
        </p:grpSpPr>
        <p:sp>
          <p:nvSpPr>
            <p:cNvPr id="22" name="shp_Q2101">
              <a:extLst>
                <a:ext uri="{FF2B5EF4-FFF2-40B4-BE49-F238E27FC236}">
                  <a16:creationId xmlns:a16="http://schemas.microsoft.com/office/drawing/2014/main" id="{A79E2BBB-6172-9A7B-B7D2-88173061667A}"/>
                </a:ext>
              </a:extLst>
            </p:cNvPr>
            <p:cNvSpPr/>
            <p:nvPr userDrawn="1"/>
          </p:nvSpPr>
          <p:spPr>
            <a:xfrm>
              <a:off x="3911092" y="2786713"/>
              <a:ext cx="900000" cy="90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1" dirty="0">
                <a:solidFill>
                  <a:schemeClr val="accent1"/>
                </a:solidFill>
              </a:endParaRPr>
            </a:p>
          </p:txBody>
        </p:sp>
        <p:pic>
          <p:nvPicPr>
            <p:cNvPr id="24" name="pic_Q2101">
              <a:extLst>
                <a:ext uri="{FF2B5EF4-FFF2-40B4-BE49-F238E27FC236}">
                  <a16:creationId xmlns:a16="http://schemas.microsoft.com/office/drawing/2014/main" id="{C4803C3E-DE7F-2182-D796-F9D9BADE56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3804989" y="2621587"/>
              <a:ext cx="1138003" cy="1138003"/>
            </a:xfrm>
            <a:prstGeom prst="rect">
              <a:avLst/>
            </a:prstGeom>
          </p:spPr>
        </p:pic>
      </p:grpSp>
      <p:sp>
        <p:nvSpPr>
          <p:cNvPr id="42" name="ph_NCR10_desc">
            <a:extLst>
              <a:ext uri="{FF2B5EF4-FFF2-40B4-BE49-F238E27FC236}">
                <a16:creationId xmlns:a16="http://schemas.microsoft.com/office/drawing/2014/main" id="{EF9CBF36-A38B-ED1E-AFAF-CEAD51735C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9771" y="7791190"/>
            <a:ext cx="2630768" cy="823559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GB" dirty="0"/>
              <a:t>Evidence of referral to Cardiac Rehab was available in </a:t>
            </a:r>
            <a:r>
              <a:rPr lang="en-AU" dirty="0"/>
              <a:t>X out of Y patients</a:t>
            </a:r>
          </a:p>
        </p:txBody>
      </p:sp>
      <p:sp>
        <p:nvSpPr>
          <p:cNvPr id="50" name="ph_NCR10_value">
            <a:extLst>
              <a:ext uri="{FF2B5EF4-FFF2-40B4-BE49-F238E27FC236}">
                <a16:creationId xmlns:a16="http://schemas.microsoft.com/office/drawing/2014/main" id="{A8C0D454-B653-61F4-5751-F6813F0ADF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1442" y="6935565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FFC000"/>
                </a:solidFill>
              </a:defRPr>
            </a:lvl1pPr>
            <a:lvl2pPr>
              <a:defRPr>
                <a:solidFill>
                  <a:srgbClr val="FFC000"/>
                </a:solidFill>
              </a:defRPr>
            </a:lvl2pPr>
            <a:lvl3pPr>
              <a:defRPr>
                <a:solidFill>
                  <a:srgbClr val="FFC000"/>
                </a:solidFill>
              </a:defRPr>
            </a:lvl3pPr>
            <a:lvl4pPr>
              <a:defRPr>
                <a:solidFill>
                  <a:srgbClr val="FFC000"/>
                </a:solidFill>
              </a:defRPr>
            </a:lvl4pPr>
            <a:lvl5pPr>
              <a:defRPr>
                <a:solidFill>
                  <a:srgbClr val="FFC00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grpSp>
        <p:nvGrpSpPr>
          <p:cNvPr id="7" name="grp_NCR10">
            <a:extLst>
              <a:ext uri="{FF2B5EF4-FFF2-40B4-BE49-F238E27FC236}">
                <a16:creationId xmlns:a16="http://schemas.microsoft.com/office/drawing/2014/main" id="{EED5867F-A84D-6E58-FB95-56F2A0386961}"/>
              </a:ext>
            </a:extLst>
          </p:cNvPr>
          <p:cNvGrpSpPr/>
          <p:nvPr userDrawn="1"/>
        </p:nvGrpSpPr>
        <p:grpSpPr>
          <a:xfrm>
            <a:off x="1912706" y="6691067"/>
            <a:ext cx="1193545" cy="900000"/>
            <a:chOff x="1887992" y="7049420"/>
            <a:chExt cx="1193545" cy="900000"/>
          </a:xfrm>
        </p:grpSpPr>
        <p:sp>
          <p:nvSpPr>
            <p:cNvPr id="15" name="shp_NCR10">
              <a:extLst>
                <a:ext uri="{FF2B5EF4-FFF2-40B4-BE49-F238E27FC236}">
                  <a16:creationId xmlns:a16="http://schemas.microsoft.com/office/drawing/2014/main" id="{0CFD3C25-6057-A68F-D7E4-8752A2F67E93}"/>
                </a:ext>
              </a:extLst>
            </p:cNvPr>
            <p:cNvSpPr/>
            <p:nvPr userDrawn="1"/>
          </p:nvSpPr>
          <p:spPr>
            <a:xfrm>
              <a:off x="2034184" y="7049420"/>
              <a:ext cx="900000" cy="90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1" dirty="0">
                <a:solidFill>
                  <a:schemeClr val="accent1"/>
                </a:solidFill>
              </a:endParaRPr>
            </a:p>
          </p:txBody>
        </p:sp>
        <p:pic>
          <p:nvPicPr>
            <p:cNvPr id="96" name="pic_NCR10">
              <a:extLst>
                <a:ext uri="{FF2B5EF4-FFF2-40B4-BE49-F238E27FC236}">
                  <a16:creationId xmlns:a16="http://schemas.microsoft.com/office/drawing/2014/main" id="{45022D99-4D6F-EC4D-B596-181CE3D268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020" b="95686" l="10000" r="89767">
                          <a14:foregroundMark x1="28837" y1="9804" x2="44651" y2="9804"/>
                          <a14:foregroundMark x1="55581" y1="9020" x2="69767" y2="9020"/>
                          <a14:foregroundMark x1="31628" y1="52941" x2="37442" y2="63922"/>
                          <a14:foregroundMark x1="55116" y1="27059" x2="66279" y2="43137"/>
                          <a14:foregroundMark x1="66279" y1="19608" x2="65814" y2="34902"/>
                          <a14:foregroundMark x1="30233" y1="17255" x2="30698" y2="23137"/>
                          <a14:foregroundMark x1="30930" y1="90588" x2="47907" y2="96078"/>
                          <a14:foregroundMark x1="47907" y1="96078" x2="71163" y2="901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87992" y="7156664"/>
              <a:ext cx="1193545" cy="710398"/>
            </a:xfrm>
            <a:prstGeom prst="rect">
              <a:avLst/>
            </a:prstGeom>
          </p:spPr>
        </p:pic>
      </p:grpSp>
      <p:sp>
        <p:nvSpPr>
          <p:cNvPr id="3" name="ph_NCR2_desc2">
            <a:extLst>
              <a:ext uri="{FF2B5EF4-FFF2-40B4-BE49-F238E27FC236}">
                <a16:creationId xmlns:a16="http://schemas.microsoft.com/office/drawing/2014/main" id="{10F35289-C14E-D8DC-E6F0-74A1CC6A06E4}"/>
              </a:ext>
            </a:extLst>
          </p:cNvPr>
          <p:cNvSpPr txBox="1"/>
          <p:nvPr userDrawn="1"/>
        </p:nvSpPr>
        <p:spPr>
          <a:xfrm>
            <a:off x="27015" y="5937773"/>
            <a:ext cx="2051342" cy="33855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AU" sz="1100" dirty="0"/>
              <a:t>* direct or pre-hospital activated STEMI with chest pain &lt;12 hours</a:t>
            </a:r>
          </a:p>
        </p:txBody>
      </p:sp>
      <p:sp>
        <p:nvSpPr>
          <p:cNvPr id="39" name="ph_NCR2_desc">
            <a:extLst>
              <a:ext uri="{FF2B5EF4-FFF2-40B4-BE49-F238E27FC236}">
                <a16:creationId xmlns:a16="http://schemas.microsoft.com/office/drawing/2014/main" id="{2BD6D79E-3784-39A1-5BE0-598EDD61CF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015" y="5476869"/>
            <a:ext cx="2051342" cy="43840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AU" dirty="0"/>
              <a:t>Median Door to Device time was X min</a:t>
            </a:r>
          </a:p>
        </p:txBody>
      </p:sp>
      <p:sp>
        <p:nvSpPr>
          <p:cNvPr id="5" name="ph_NCR2_mins">
            <a:extLst>
              <a:ext uri="{FF2B5EF4-FFF2-40B4-BE49-F238E27FC236}">
                <a16:creationId xmlns:a16="http://schemas.microsoft.com/office/drawing/2014/main" id="{C71ECDB7-514B-3457-61EC-0EDD81FFB2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5329" y="4990048"/>
            <a:ext cx="1231345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000">
                <a:solidFill>
                  <a:srgbClr val="00B050"/>
                </a:solidFill>
              </a:defRPr>
            </a:lvl1pPr>
            <a:lvl2pPr>
              <a:defRPr>
                <a:solidFill>
                  <a:srgbClr val="00B05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4pPr>
              <a:defRPr>
                <a:solidFill>
                  <a:srgbClr val="00B050"/>
                </a:solidFill>
              </a:defRPr>
            </a:lvl4pPr>
            <a:lvl5pPr>
              <a:defRPr>
                <a:solidFill>
                  <a:srgbClr val="00B050"/>
                </a:solidFill>
              </a:defRPr>
            </a:lvl5pPr>
          </a:lstStyle>
          <a:p>
            <a:pPr lvl="0"/>
            <a:r>
              <a:rPr lang="en-US" dirty="0"/>
              <a:t>mins</a:t>
            </a:r>
            <a:endParaRPr lang="en-AU" dirty="0"/>
          </a:p>
        </p:txBody>
      </p:sp>
      <p:sp>
        <p:nvSpPr>
          <p:cNvPr id="46" name="ph_NCR2_value">
            <a:extLst>
              <a:ext uri="{FF2B5EF4-FFF2-40B4-BE49-F238E27FC236}">
                <a16:creationId xmlns:a16="http://schemas.microsoft.com/office/drawing/2014/main" id="{6C6C5E27-B920-6468-D3D0-CF1BF1645A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652293"/>
            <a:ext cx="1231345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00B050"/>
                </a:solidFill>
              </a:defRPr>
            </a:lvl1pPr>
            <a:lvl2pPr>
              <a:defRPr>
                <a:solidFill>
                  <a:srgbClr val="00B05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4pPr>
              <a:defRPr>
                <a:solidFill>
                  <a:srgbClr val="00B050"/>
                </a:solidFill>
              </a:defRPr>
            </a:lvl4pPr>
            <a:lvl5pPr>
              <a:defRPr>
                <a:solidFill>
                  <a:srgbClr val="00B050"/>
                </a:solidFill>
              </a:defRPr>
            </a:lvl5pPr>
          </a:lstStyle>
          <a:p>
            <a:pPr lvl="0"/>
            <a:r>
              <a:rPr lang="en-US"/>
              <a:t>X</a:t>
            </a:r>
            <a:endParaRPr lang="en-AU" dirty="0"/>
          </a:p>
        </p:txBody>
      </p:sp>
      <p:grpSp>
        <p:nvGrpSpPr>
          <p:cNvPr id="10" name="grp_NCR2">
            <a:extLst>
              <a:ext uri="{FF2B5EF4-FFF2-40B4-BE49-F238E27FC236}">
                <a16:creationId xmlns:a16="http://schemas.microsoft.com/office/drawing/2014/main" id="{A1CBE341-2177-8914-E409-ABE64EB1445D}"/>
              </a:ext>
            </a:extLst>
          </p:cNvPr>
          <p:cNvGrpSpPr/>
          <p:nvPr userDrawn="1"/>
        </p:nvGrpSpPr>
        <p:grpSpPr>
          <a:xfrm>
            <a:off x="1220330" y="4462376"/>
            <a:ext cx="900000" cy="900000"/>
            <a:chOff x="1220330" y="4660088"/>
            <a:chExt cx="900000" cy="900000"/>
          </a:xfrm>
        </p:grpSpPr>
        <p:sp>
          <p:nvSpPr>
            <p:cNvPr id="17" name="shp_NCR2">
              <a:extLst>
                <a:ext uri="{FF2B5EF4-FFF2-40B4-BE49-F238E27FC236}">
                  <a16:creationId xmlns:a16="http://schemas.microsoft.com/office/drawing/2014/main" id="{E153B05D-1487-8051-2ADA-5CCDC9A62160}"/>
                </a:ext>
              </a:extLst>
            </p:cNvPr>
            <p:cNvSpPr/>
            <p:nvPr userDrawn="1"/>
          </p:nvSpPr>
          <p:spPr>
            <a:xfrm>
              <a:off x="1220330" y="4660088"/>
              <a:ext cx="900000" cy="90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1" dirty="0">
                <a:solidFill>
                  <a:schemeClr val="accent1"/>
                </a:solidFill>
              </a:endParaRPr>
            </a:p>
          </p:txBody>
        </p:sp>
        <p:pic>
          <p:nvPicPr>
            <p:cNvPr id="30" name="pic_NCR2">
              <a:extLst>
                <a:ext uri="{FF2B5EF4-FFF2-40B4-BE49-F238E27FC236}">
                  <a16:creationId xmlns:a16="http://schemas.microsoft.com/office/drawing/2014/main" id="{11D4B853-1ADD-0145-DAD2-521BC0A433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5196" y="4676265"/>
              <a:ext cx="793105" cy="793105"/>
            </a:xfrm>
            <a:prstGeom prst="rect">
              <a:avLst/>
            </a:prstGeom>
          </p:spPr>
        </p:pic>
      </p:grpSp>
      <p:sp>
        <p:nvSpPr>
          <p:cNvPr id="40" name="ph_VOL_PCI_desc">
            <a:extLst>
              <a:ext uri="{FF2B5EF4-FFF2-40B4-BE49-F238E27FC236}">
                <a16:creationId xmlns:a16="http://schemas.microsoft.com/office/drawing/2014/main" id="{3AAC2047-1448-EBFC-6433-602F17048C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66" y="3575484"/>
            <a:ext cx="2188139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AU" dirty="0" err="1"/>
              <a:t>X,xxx</a:t>
            </a:r>
            <a:r>
              <a:rPr lang="en-AU" dirty="0"/>
              <a:t> PCI performed.                      Y (Z%) were entered into the PCI Database.</a:t>
            </a:r>
          </a:p>
        </p:txBody>
      </p:sp>
      <p:sp>
        <p:nvSpPr>
          <p:cNvPr id="51" name="ph_VOL_PCI_value">
            <a:extLst>
              <a:ext uri="{FF2B5EF4-FFF2-40B4-BE49-F238E27FC236}">
                <a16:creationId xmlns:a16="http://schemas.microsoft.com/office/drawing/2014/main" id="{BD10F3DD-814C-87B1-F3BC-B6770621C7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2823199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89B8DB"/>
                </a:solidFill>
              </a:defRPr>
            </a:lvl1pPr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rgbClr val="FF0000"/>
                </a:solidFill>
              </a:defRPr>
            </a:lvl3pPr>
            <a:lvl4pPr>
              <a:defRPr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X,XXX</a:t>
            </a:r>
            <a:endParaRPr lang="en-AU" dirty="0"/>
          </a:p>
        </p:txBody>
      </p:sp>
      <p:grpSp>
        <p:nvGrpSpPr>
          <p:cNvPr id="9" name="grp_VOL_PCI">
            <a:extLst>
              <a:ext uri="{FF2B5EF4-FFF2-40B4-BE49-F238E27FC236}">
                <a16:creationId xmlns:a16="http://schemas.microsoft.com/office/drawing/2014/main" id="{36EB1C80-C89F-6BA4-E43C-FD80AE153602}"/>
              </a:ext>
            </a:extLst>
          </p:cNvPr>
          <p:cNvGrpSpPr/>
          <p:nvPr userDrawn="1"/>
        </p:nvGrpSpPr>
        <p:grpSpPr>
          <a:xfrm>
            <a:off x="1784692" y="2503540"/>
            <a:ext cx="996280" cy="996280"/>
            <a:chOff x="1784692" y="2725966"/>
            <a:chExt cx="996280" cy="996280"/>
          </a:xfrm>
        </p:grpSpPr>
        <p:sp>
          <p:nvSpPr>
            <p:cNvPr id="20" name="shp_VOL_PCI">
              <a:extLst>
                <a:ext uri="{FF2B5EF4-FFF2-40B4-BE49-F238E27FC236}">
                  <a16:creationId xmlns:a16="http://schemas.microsoft.com/office/drawing/2014/main" id="{4AAEA4BB-C109-28FA-B6A2-6EF5B68D1217}"/>
                </a:ext>
              </a:extLst>
            </p:cNvPr>
            <p:cNvSpPr/>
            <p:nvPr userDrawn="1"/>
          </p:nvSpPr>
          <p:spPr>
            <a:xfrm>
              <a:off x="1832832" y="2814771"/>
              <a:ext cx="900000" cy="900000"/>
            </a:xfrm>
            <a:prstGeom prst="ellipse">
              <a:avLst/>
            </a:prstGeom>
            <a:solidFill>
              <a:srgbClr val="89B8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1" dirty="0">
                <a:solidFill>
                  <a:schemeClr val="accent1"/>
                </a:solidFill>
              </a:endParaRPr>
            </a:p>
          </p:txBody>
        </p:sp>
        <p:pic>
          <p:nvPicPr>
            <p:cNvPr id="14" name="pic_VOL_PCI">
              <a:extLst>
                <a:ext uri="{FF2B5EF4-FFF2-40B4-BE49-F238E27FC236}">
                  <a16:creationId xmlns:a16="http://schemas.microsoft.com/office/drawing/2014/main" id="{E8591D62-F0EC-DF4B-55A0-003CBCE760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9302838">
              <a:off x="1784692" y="2725966"/>
              <a:ext cx="996280" cy="996280"/>
            </a:xfrm>
            <a:prstGeom prst="rect">
              <a:avLst/>
            </a:prstGeom>
          </p:spPr>
        </p:pic>
      </p:grpSp>
      <p:sp>
        <p:nvSpPr>
          <p:cNvPr id="43" name="ph_hosp_date_range">
            <a:extLst>
              <a:ext uri="{FF2B5EF4-FFF2-40B4-BE49-F238E27FC236}">
                <a16:creationId xmlns:a16="http://schemas.microsoft.com/office/drawing/2014/main" id="{CDBAF79C-1ECD-4077-B693-FAA616F38B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5" y="1562072"/>
            <a:ext cx="4594397" cy="606792"/>
          </a:xfrm>
          <a:prstGeom prst="roundRect">
            <a:avLst/>
          </a:prstGeom>
          <a:noFill/>
          <a:ln>
            <a:noFill/>
          </a:ln>
        </p:spPr>
        <p:txBody>
          <a:bodyPr anchor="ctr" anchorCtr="0"/>
          <a:lstStyle>
            <a:lvl1pPr marL="0" indent="0" algn="l">
              <a:buNone/>
              <a:defRPr sz="1800">
                <a:solidFill>
                  <a:srgbClr val="942260"/>
                </a:solidFill>
              </a:defRPr>
            </a:lvl1pPr>
            <a:lvl5pPr marL="13716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dirty="0"/>
              <a:t>Sample Hospital (Mon YY to Mon YY)</a:t>
            </a:r>
          </a:p>
        </p:txBody>
      </p:sp>
      <p:sp>
        <p:nvSpPr>
          <p:cNvPr id="44" name="ph_hosp_logo">
            <a:extLst>
              <a:ext uri="{FF2B5EF4-FFF2-40B4-BE49-F238E27FC236}">
                <a16:creationId xmlns:a16="http://schemas.microsoft.com/office/drawing/2014/main" id="{0E14B21D-632D-7EFD-12FE-450DCBD0C2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53011" y="168741"/>
            <a:ext cx="1800000" cy="18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6339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f_footer">
            <a:extLst>
              <a:ext uri="{FF2B5EF4-FFF2-40B4-BE49-F238E27FC236}">
                <a16:creationId xmlns:a16="http://schemas.microsoft.com/office/drawing/2014/main" id="{465D00C7-B8A6-3024-4A5D-41B448AA8CD8}"/>
              </a:ext>
            </a:extLst>
          </p:cNvPr>
          <p:cNvSpPr txBox="1">
            <a:spLocks/>
          </p:cNvSpPr>
          <p:nvPr userDrawn="1"/>
        </p:nvSpPr>
        <p:spPr>
          <a:xfrm>
            <a:off x="167027" y="9011304"/>
            <a:ext cx="6515783" cy="6846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noProof="0" dirty="0"/>
              <a:t>Please print this poster </a:t>
            </a:r>
            <a:r>
              <a:rPr lang="en-AU" noProof="0" dirty="0"/>
              <a:t>and share it with your teams! It is a collaboration between the Cardiac Registry of Western Australia, PCI Database of Western Australia &amp; PCI Centres across WA Health.  </a:t>
            </a:r>
            <a:r>
              <a:rPr lang="en-AU" b="1" noProof="0" dirty="0"/>
              <a:t>Thank you for your help.</a:t>
            </a:r>
            <a:r>
              <a:rPr lang="en-AU" noProof="0" dirty="0"/>
              <a:t> </a:t>
            </a:r>
          </a:p>
        </p:txBody>
      </p:sp>
      <p:sp>
        <p:nvSpPr>
          <p:cNvPr id="16" name="logo_crowa_subtitle">
            <a:extLst>
              <a:ext uri="{FF2B5EF4-FFF2-40B4-BE49-F238E27FC236}">
                <a16:creationId xmlns:a16="http://schemas.microsoft.com/office/drawing/2014/main" id="{2AB87B99-53BD-A3E1-EC73-2148133BEA33}"/>
              </a:ext>
            </a:extLst>
          </p:cNvPr>
          <p:cNvSpPr txBox="1"/>
          <p:nvPr userDrawn="1"/>
        </p:nvSpPr>
        <p:spPr>
          <a:xfrm>
            <a:off x="216082" y="1335629"/>
            <a:ext cx="20118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dirty="0">
                <a:solidFill>
                  <a:srgbClr val="19456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Cardiac Registry of Western Australia</a:t>
            </a:r>
          </a:p>
        </p:txBody>
      </p:sp>
      <p:sp>
        <p:nvSpPr>
          <p:cNvPr id="15" name="logo_crowa_title">
            <a:extLst>
              <a:ext uri="{FF2B5EF4-FFF2-40B4-BE49-F238E27FC236}">
                <a16:creationId xmlns:a16="http://schemas.microsoft.com/office/drawing/2014/main" id="{0A8B2BEF-EC4A-AACD-7AC0-27A940353D18}"/>
              </a:ext>
            </a:extLst>
          </p:cNvPr>
          <p:cNvSpPr txBox="1"/>
          <p:nvPr userDrawn="1"/>
        </p:nvSpPr>
        <p:spPr>
          <a:xfrm>
            <a:off x="231102" y="819698"/>
            <a:ext cx="18914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800" b="1" dirty="0">
                <a:solidFill>
                  <a:srgbClr val="19456A"/>
                </a:solidFill>
                <a:latin typeface="+mn-lt"/>
                <a:cs typeface="Segoe UI" panose="020B0502040204020203" pitchFamily="34" charset="0"/>
              </a:rPr>
              <a:t>CRoWA</a:t>
            </a:r>
          </a:p>
        </p:txBody>
      </p:sp>
      <p:pic>
        <p:nvPicPr>
          <p:cNvPr id="18" name="logo_crowa" descr="A heart with a pulse line&#10;&#10;AI-generated content may be incorrect.">
            <a:extLst>
              <a:ext uri="{FF2B5EF4-FFF2-40B4-BE49-F238E27FC236}">
                <a16:creationId xmlns:a16="http://schemas.microsoft.com/office/drawing/2014/main" id="{CA3877DB-6975-A75F-DBFC-236D4FEC40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093" b="3989"/>
          <a:stretch/>
        </p:blipFill>
        <p:spPr>
          <a:xfrm>
            <a:off x="549275" y="169781"/>
            <a:ext cx="1119344" cy="800915"/>
          </a:xfrm>
          <a:prstGeom prst="rect">
            <a:avLst/>
          </a:prstGeom>
        </p:spPr>
      </p:pic>
      <p:sp>
        <p:nvSpPr>
          <p:cNvPr id="2" name="Graphic 4926">
            <a:extLst>
              <a:ext uri="{FF2B5EF4-FFF2-40B4-BE49-F238E27FC236}">
                <a16:creationId xmlns:a16="http://schemas.microsoft.com/office/drawing/2014/main" id="{A6466FB8-E1C0-0956-4E26-35B5DA388D27}"/>
              </a:ext>
            </a:extLst>
          </p:cNvPr>
          <p:cNvSpPr>
            <a:spLocks/>
          </p:cNvSpPr>
          <p:nvPr userDrawn="1"/>
        </p:nvSpPr>
        <p:spPr>
          <a:xfrm>
            <a:off x="3215379" y="239758"/>
            <a:ext cx="1132840" cy="457200"/>
          </a:xfrm>
          <a:custGeom>
            <a:avLst/>
            <a:gdLst/>
            <a:ahLst/>
            <a:cxnLst/>
            <a:rect l="l" t="t" r="r" b="b"/>
            <a:pathLst>
              <a:path w="1132840" h="457834">
                <a:moveTo>
                  <a:pt x="102666" y="455041"/>
                </a:moveTo>
                <a:lnTo>
                  <a:pt x="73660" y="401408"/>
                </a:lnTo>
                <a:lnTo>
                  <a:pt x="72428" y="399122"/>
                </a:lnTo>
                <a:lnTo>
                  <a:pt x="83439" y="393954"/>
                </a:lnTo>
                <a:lnTo>
                  <a:pt x="89039" y="388848"/>
                </a:lnTo>
                <a:lnTo>
                  <a:pt x="91897" y="386257"/>
                </a:lnTo>
                <a:lnTo>
                  <a:pt x="97332" y="376262"/>
                </a:lnTo>
                <a:lnTo>
                  <a:pt x="99250" y="364121"/>
                </a:lnTo>
                <a:lnTo>
                  <a:pt x="96304" y="349313"/>
                </a:lnTo>
                <a:lnTo>
                  <a:pt x="90131" y="340906"/>
                </a:lnTo>
                <a:lnTo>
                  <a:pt x="88023" y="338035"/>
                </a:lnTo>
                <a:lnTo>
                  <a:pt x="85166" y="336448"/>
                </a:lnTo>
                <a:lnTo>
                  <a:pt x="85166" y="365061"/>
                </a:lnTo>
                <a:lnTo>
                  <a:pt x="83362" y="374726"/>
                </a:lnTo>
                <a:lnTo>
                  <a:pt x="78143" y="382244"/>
                </a:lnTo>
                <a:lnTo>
                  <a:pt x="69837" y="387121"/>
                </a:lnTo>
                <a:lnTo>
                  <a:pt x="58724" y="388848"/>
                </a:lnTo>
                <a:lnTo>
                  <a:pt x="17830" y="388848"/>
                </a:lnTo>
                <a:lnTo>
                  <a:pt x="17830" y="340906"/>
                </a:lnTo>
                <a:lnTo>
                  <a:pt x="58153" y="340906"/>
                </a:lnTo>
                <a:lnTo>
                  <a:pt x="69265" y="342633"/>
                </a:lnTo>
                <a:lnTo>
                  <a:pt x="77787" y="347497"/>
                </a:lnTo>
                <a:lnTo>
                  <a:pt x="83235" y="355117"/>
                </a:lnTo>
                <a:lnTo>
                  <a:pt x="85166" y="365061"/>
                </a:lnTo>
                <a:lnTo>
                  <a:pt x="85166" y="336448"/>
                </a:lnTo>
                <a:lnTo>
                  <a:pt x="75158" y="330873"/>
                </a:lnTo>
                <a:lnTo>
                  <a:pt x="58534" y="328358"/>
                </a:lnTo>
                <a:lnTo>
                  <a:pt x="4521" y="328358"/>
                </a:lnTo>
                <a:lnTo>
                  <a:pt x="4521" y="455041"/>
                </a:lnTo>
                <a:lnTo>
                  <a:pt x="17830" y="455041"/>
                </a:lnTo>
                <a:lnTo>
                  <a:pt x="17830" y="401408"/>
                </a:lnTo>
                <a:lnTo>
                  <a:pt x="58724" y="401408"/>
                </a:lnTo>
                <a:lnTo>
                  <a:pt x="87452" y="455041"/>
                </a:lnTo>
                <a:lnTo>
                  <a:pt x="102666" y="455041"/>
                </a:lnTo>
                <a:close/>
              </a:path>
              <a:path w="1132840" h="457834">
                <a:moveTo>
                  <a:pt x="120370" y="2286"/>
                </a:moveTo>
                <a:lnTo>
                  <a:pt x="85940" y="2286"/>
                </a:lnTo>
                <a:lnTo>
                  <a:pt x="85940" y="78562"/>
                </a:lnTo>
                <a:lnTo>
                  <a:pt x="72466" y="50977"/>
                </a:lnTo>
                <a:lnTo>
                  <a:pt x="48666" y="2286"/>
                </a:lnTo>
                <a:lnTo>
                  <a:pt x="3200" y="2286"/>
                </a:lnTo>
                <a:lnTo>
                  <a:pt x="3200" y="128968"/>
                </a:lnTo>
                <a:lnTo>
                  <a:pt x="37820" y="128968"/>
                </a:lnTo>
                <a:lnTo>
                  <a:pt x="37820" y="50977"/>
                </a:lnTo>
                <a:lnTo>
                  <a:pt x="76428" y="128968"/>
                </a:lnTo>
                <a:lnTo>
                  <a:pt x="120370" y="128968"/>
                </a:lnTo>
                <a:lnTo>
                  <a:pt x="120370" y="78562"/>
                </a:lnTo>
                <a:lnTo>
                  <a:pt x="120370" y="2286"/>
                </a:lnTo>
                <a:close/>
              </a:path>
              <a:path w="1132840" h="457834">
                <a:moveTo>
                  <a:pt x="123825" y="256806"/>
                </a:moveTo>
                <a:lnTo>
                  <a:pt x="93383" y="242735"/>
                </a:lnTo>
                <a:lnTo>
                  <a:pt x="88315" y="251510"/>
                </a:lnTo>
                <a:lnTo>
                  <a:pt x="82283" y="258025"/>
                </a:lnTo>
                <a:lnTo>
                  <a:pt x="74841" y="262089"/>
                </a:lnTo>
                <a:lnTo>
                  <a:pt x="65620" y="263474"/>
                </a:lnTo>
                <a:lnTo>
                  <a:pt x="53505" y="260705"/>
                </a:lnTo>
                <a:lnTo>
                  <a:pt x="44475" y="253161"/>
                </a:lnTo>
                <a:lnTo>
                  <a:pt x="38836" y="241973"/>
                </a:lnTo>
                <a:lnTo>
                  <a:pt x="36893" y="228282"/>
                </a:lnTo>
                <a:lnTo>
                  <a:pt x="38836" y="214884"/>
                </a:lnTo>
                <a:lnTo>
                  <a:pt x="44475" y="203936"/>
                </a:lnTo>
                <a:lnTo>
                  <a:pt x="53505" y="196557"/>
                </a:lnTo>
                <a:lnTo>
                  <a:pt x="65620" y="193852"/>
                </a:lnTo>
                <a:lnTo>
                  <a:pt x="74142" y="194906"/>
                </a:lnTo>
                <a:lnTo>
                  <a:pt x="81775" y="198259"/>
                </a:lnTo>
                <a:lnTo>
                  <a:pt x="88557" y="204216"/>
                </a:lnTo>
                <a:lnTo>
                  <a:pt x="94526" y="213067"/>
                </a:lnTo>
                <a:lnTo>
                  <a:pt x="123063" y="197269"/>
                </a:lnTo>
                <a:lnTo>
                  <a:pt x="120510" y="193852"/>
                </a:lnTo>
                <a:lnTo>
                  <a:pt x="111175" y="181330"/>
                </a:lnTo>
                <a:lnTo>
                  <a:pt x="97066" y="170738"/>
                </a:lnTo>
                <a:lnTo>
                  <a:pt x="81356" y="164858"/>
                </a:lnTo>
                <a:lnTo>
                  <a:pt x="64668" y="163029"/>
                </a:lnTo>
                <a:lnTo>
                  <a:pt x="38582" y="167640"/>
                </a:lnTo>
                <a:lnTo>
                  <a:pt x="18135" y="180746"/>
                </a:lnTo>
                <a:lnTo>
                  <a:pt x="4775" y="201320"/>
                </a:lnTo>
                <a:lnTo>
                  <a:pt x="0" y="228282"/>
                </a:lnTo>
                <a:lnTo>
                  <a:pt x="4775" y="255536"/>
                </a:lnTo>
                <a:lnTo>
                  <a:pt x="18135" y="276339"/>
                </a:lnTo>
                <a:lnTo>
                  <a:pt x="38582" y="289623"/>
                </a:lnTo>
                <a:lnTo>
                  <a:pt x="64668" y="294284"/>
                </a:lnTo>
                <a:lnTo>
                  <a:pt x="84035" y="291731"/>
                </a:lnTo>
                <a:lnTo>
                  <a:pt x="100304" y="284327"/>
                </a:lnTo>
                <a:lnTo>
                  <a:pt x="113525" y="272542"/>
                </a:lnTo>
                <a:lnTo>
                  <a:pt x="119456" y="263474"/>
                </a:lnTo>
                <a:lnTo>
                  <a:pt x="123825" y="256806"/>
                </a:lnTo>
                <a:close/>
              </a:path>
              <a:path w="1132840" h="457834">
                <a:moveTo>
                  <a:pt x="233146" y="442493"/>
                </a:moveTo>
                <a:lnTo>
                  <a:pt x="157441" y="442493"/>
                </a:lnTo>
                <a:lnTo>
                  <a:pt x="157441" y="393979"/>
                </a:lnTo>
                <a:lnTo>
                  <a:pt x="221742" y="393979"/>
                </a:lnTo>
                <a:lnTo>
                  <a:pt x="221742" y="381622"/>
                </a:lnTo>
                <a:lnTo>
                  <a:pt x="157441" y="381622"/>
                </a:lnTo>
                <a:lnTo>
                  <a:pt x="157441" y="340906"/>
                </a:lnTo>
                <a:lnTo>
                  <a:pt x="231254" y="340906"/>
                </a:lnTo>
                <a:lnTo>
                  <a:pt x="231254" y="328358"/>
                </a:lnTo>
                <a:lnTo>
                  <a:pt x="143941" y="328358"/>
                </a:lnTo>
                <a:lnTo>
                  <a:pt x="143941" y="455041"/>
                </a:lnTo>
                <a:lnTo>
                  <a:pt x="233146" y="455041"/>
                </a:lnTo>
                <a:lnTo>
                  <a:pt x="233146" y="442493"/>
                </a:lnTo>
                <a:close/>
              </a:path>
              <a:path w="1132840" h="457834">
                <a:moveTo>
                  <a:pt x="283984" y="291998"/>
                </a:moveTo>
                <a:lnTo>
                  <a:pt x="275691" y="268605"/>
                </a:lnTo>
                <a:lnTo>
                  <a:pt x="265709" y="240449"/>
                </a:lnTo>
                <a:lnTo>
                  <a:pt x="249466" y="194614"/>
                </a:lnTo>
                <a:lnTo>
                  <a:pt x="239090" y="165315"/>
                </a:lnTo>
                <a:lnTo>
                  <a:pt x="229577" y="165315"/>
                </a:lnTo>
                <a:lnTo>
                  <a:pt x="229577" y="240449"/>
                </a:lnTo>
                <a:lnTo>
                  <a:pt x="204089" y="240449"/>
                </a:lnTo>
                <a:lnTo>
                  <a:pt x="216827" y="194614"/>
                </a:lnTo>
                <a:lnTo>
                  <a:pt x="229577" y="240449"/>
                </a:lnTo>
                <a:lnTo>
                  <a:pt x="229577" y="165315"/>
                </a:lnTo>
                <a:lnTo>
                  <a:pt x="195719" y="165315"/>
                </a:lnTo>
                <a:lnTo>
                  <a:pt x="150634" y="291998"/>
                </a:lnTo>
                <a:lnTo>
                  <a:pt x="190017" y="291998"/>
                </a:lnTo>
                <a:lnTo>
                  <a:pt x="196481" y="268605"/>
                </a:lnTo>
                <a:lnTo>
                  <a:pt x="237375" y="268605"/>
                </a:lnTo>
                <a:lnTo>
                  <a:pt x="243840" y="291998"/>
                </a:lnTo>
                <a:lnTo>
                  <a:pt x="283984" y="291998"/>
                </a:lnTo>
                <a:close/>
              </a:path>
              <a:path w="1132840" h="457834">
                <a:moveTo>
                  <a:pt x="289852" y="128968"/>
                </a:moveTo>
                <a:lnTo>
                  <a:pt x="281559" y="105575"/>
                </a:lnTo>
                <a:lnTo>
                  <a:pt x="271589" y="77419"/>
                </a:lnTo>
                <a:lnTo>
                  <a:pt x="255346" y="31584"/>
                </a:lnTo>
                <a:lnTo>
                  <a:pt x="244957" y="2286"/>
                </a:lnTo>
                <a:lnTo>
                  <a:pt x="235458" y="2286"/>
                </a:lnTo>
                <a:lnTo>
                  <a:pt x="235458" y="77419"/>
                </a:lnTo>
                <a:lnTo>
                  <a:pt x="209969" y="77419"/>
                </a:lnTo>
                <a:lnTo>
                  <a:pt x="222707" y="31584"/>
                </a:lnTo>
                <a:lnTo>
                  <a:pt x="235458" y="77419"/>
                </a:lnTo>
                <a:lnTo>
                  <a:pt x="235458" y="2286"/>
                </a:lnTo>
                <a:lnTo>
                  <a:pt x="201599" y="2286"/>
                </a:lnTo>
                <a:lnTo>
                  <a:pt x="156514" y="128968"/>
                </a:lnTo>
                <a:lnTo>
                  <a:pt x="195884" y="128968"/>
                </a:lnTo>
                <a:lnTo>
                  <a:pt x="202361" y="105575"/>
                </a:lnTo>
                <a:lnTo>
                  <a:pt x="243255" y="105575"/>
                </a:lnTo>
                <a:lnTo>
                  <a:pt x="249720" y="128968"/>
                </a:lnTo>
                <a:lnTo>
                  <a:pt x="289852" y="128968"/>
                </a:lnTo>
                <a:close/>
              </a:path>
              <a:path w="1132840" h="457834">
                <a:moveTo>
                  <a:pt x="385508" y="396455"/>
                </a:moveTo>
                <a:lnTo>
                  <a:pt x="385330" y="393788"/>
                </a:lnTo>
                <a:lnTo>
                  <a:pt x="384949" y="391502"/>
                </a:lnTo>
                <a:lnTo>
                  <a:pt x="332257" y="391502"/>
                </a:lnTo>
                <a:lnTo>
                  <a:pt x="332257" y="404063"/>
                </a:lnTo>
                <a:lnTo>
                  <a:pt x="371436" y="404063"/>
                </a:lnTo>
                <a:lnTo>
                  <a:pt x="367411" y="420916"/>
                </a:lnTo>
                <a:lnTo>
                  <a:pt x="358216" y="433666"/>
                </a:lnTo>
                <a:lnTo>
                  <a:pt x="344728" y="441756"/>
                </a:lnTo>
                <a:lnTo>
                  <a:pt x="327875" y="444576"/>
                </a:lnTo>
                <a:lnTo>
                  <a:pt x="308394" y="440702"/>
                </a:lnTo>
                <a:lnTo>
                  <a:pt x="293738" y="429818"/>
                </a:lnTo>
                <a:lnTo>
                  <a:pt x="284492" y="413042"/>
                </a:lnTo>
                <a:lnTo>
                  <a:pt x="281279" y="391502"/>
                </a:lnTo>
                <a:lnTo>
                  <a:pt x="284480" y="370039"/>
                </a:lnTo>
                <a:lnTo>
                  <a:pt x="293687" y="353402"/>
                </a:lnTo>
                <a:lnTo>
                  <a:pt x="308241" y="342646"/>
                </a:lnTo>
                <a:lnTo>
                  <a:pt x="327494" y="338823"/>
                </a:lnTo>
                <a:lnTo>
                  <a:pt x="339090" y="340106"/>
                </a:lnTo>
                <a:lnTo>
                  <a:pt x="349275" y="343801"/>
                </a:lnTo>
                <a:lnTo>
                  <a:pt x="357886" y="349669"/>
                </a:lnTo>
                <a:lnTo>
                  <a:pt x="364782" y="357466"/>
                </a:lnTo>
                <a:lnTo>
                  <a:pt x="375437" y="349465"/>
                </a:lnTo>
                <a:lnTo>
                  <a:pt x="342557" y="327698"/>
                </a:lnTo>
                <a:lnTo>
                  <a:pt x="327875" y="326072"/>
                </a:lnTo>
                <a:lnTo>
                  <a:pt x="302793" y="331012"/>
                </a:lnTo>
                <a:lnTo>
                  <a:pt x="283603" y="344678"/>
                </a:lnTo>
                <a:lnTo>
                  <a:pt x="271335" y="365404"/>
                </a:lnTo>
                <a:lnTo>
                  <a:pt x="267017" y="391502"/>
                </a:lnTo>
                <a:lnTo>
                  <a:pt x="271310" y="417601"/>
                </a:lnTo>
                <a:lnTo>
                  <a:pt x="283565" y="438480"/>
                </a:lnTo>
                <a:lnTo>
                  <a:pt x="302793" y="452323"/>
                </a:lnTo>
                <a:lnTo>
                  <a:pt x="328066" y="457327"/>
                </a:lnTo>
                <a:lnTo>
                  <a:pt x="352361" y="452653"/>
                </a:lnTo>
                <a:lnTo>
                  <a:pt x="363918" y="444576"/>
                </a:lnTo>
                <a:lnTo>
                  <a:pt x="370408" y="440042"/>
                </a:lnTo>
                <a:lnTo>
                  <a:pt x="381635" y="421627"/>
                </a:lnTo>
                <a:lnTo>
                  <a:pt x="385508" y="399503"/>
                </a:lnTo>
                <a:lnTo>
                  <a:pt x="385508" y="396455"/>
                </a:lnTo>
                <a:close/>
              </a:path>
              <a:path w="1132840" h="457834">
                <a:moveTo>
                  <a:pt x="418236" y="2286"/>
                </a:moveTo>
                <a:lnTo>
                  <a:pt x="307162" y="2286"/>
                </a:lnTo>
                <a:lnTo>
                  <a:pt x="307162" y="34239"/>
                </a:lnTo>
                <a:lnTo>
                  <a:pt x="344639" y="34239"/>
                </a:lnTo>
                <a:lnTo>
                  <a:pt x="344639" y="128968"/>
                </a:lnTo>
                <a:lnTo>
                  <a:pt x="380580" y="128968"/>
                </a:lnTo>
                <a:lnTo>
                  <a:pt x="380580" y="34239"/>
                </a:lnTo>
                <a:lnTo>
                  <a:pt x="418236" y="34239"/>
                </a:lnTo>
                <a:lnTo>
                  <a:pt x="418236" y="2286"/>
                </a:lnTo>
                <a:close/>
              </a:path>
              <a:path w="1132840" h="457834">
                <a:moveTo>
                  <a:pt x="435190" y="291998"/>
                </a:moveTo>
                <a:lnTo>
                  <a:pt x="412889" y="251294"/>
                </a:lnTo>
                <a:lnTo>
                  <a:pt x="408940" y="244068"/>
                </a:lnTo>
                <a:lnTo>
                  <a:pt x="416890" y="238683"/>
                </a:lnTo>
                <a:lnTo>
                  <a:pt x="424180" y="230759"/>
                </a:lnTo>
                <a:lnTo>
                  <a:pt x="428053" y="223139"/>
                </a:lnTo>
                <a:lnTo>
                  <a:pt x="429514" y="220268"/>
                </a:lnTo>
                <a:lnTo>
                  <a:pt x="431584" y="207162"/>
                </a:lnTo>
                <a:lnTo>
                  <a:pt x="429768" y="197269"/>
                </a:lnTo>
                <a:lnTo>
                  <a:pt x="428523" y="190436"/>
                </a:lnTo>
                <a:lnTo>
                  <a:pt x="419277" y="177190"/>
                </a:lnTo>
                <a:lnTo>
                  <a:pt x="403733" y="168465"/>
                </a:lnTo>
                <a:lnTo>
                  <a:pt x="395058" y="167233"/>
                </a:lnTo>
                <a:lnTo>
                  <a:pt x="395058" y="201460"/>
                </a:lnTo>
                <a:lnTo>
                  <a:pt x="395058" y="218579"/>
                </a:lnTo>
                <a:lnTo>
                  <a:pt x="388594" y="223139"/>
                </a:lnTo>
                <a:lnTo>
                  <a:pt x="356450" y="223139"/>
                </a:lnTo>
                <a:lnTo>
                  <a:pt x="356450" y="197269"/>
                </a:lnTo>
                <a:lnTo>
                  <a:pt x="388594" y="197269"/>
                </a:lnTo>
                <a:lnTo>
                  <a:pt x="395058" y="201460"/>
                </a:lnTo>
                <a:lnTo>
                  <a:pt x="395058" y="167233"/>
                </a:lnTo>
                <a:lnTo>
                  <a:pt x="381749" y="165315"/>
                </a:lnTo>
                <a:lnTo>
                  <a:pt x="320306" y="165315"/>
                </a:lnTo>
                <a:lnTo>
                  <a:pt x="320306" y="291998"/>
                </a:lnTo>
                <a:lnTo>
                  <a:pt x="356450" y="291998"/>
                </a:lnTo>
                <a:lnTo>
                  <a:pt x="356450" y="251294"/>
                </a:lnTo>
                <a:lnTo>
                  <a:pt x="374332" y="251294"/>
                </a:lnTo>
                <a:lnTo>
                  <a:pt x="395249" y="291998"/>
                </a:lnTo>
                <a:lnTo>
                  <a:pt x="435190" y="291998"/>
                </a:lnTo>
                <a:close/>
              </a:path>
              <a:path w="1132840" h="457834">
                <a:moveTo>
                  <a:pt x="440486" y="328358"/>
                </a:moveTo>
                <a:lnTo>
                  <a:pt x="427164" y="328358"/>
                </a:lnTo>
                <a:lnTo>
                  <a:pt x="427164" y="455041"/>
                </a:lnTo>
                <a:lnTo>
                  <a:pt x="440486" y="455041"/>
                </a:lnTo>
                <a:lnTo>
                  <a:pt x="440486" y="328358"/>
                </a:lnTo>
                <a:close/>
              </a:path>
              <a:path w="1132840" h="457834">
                <a:moveTo>
                  <a:pt x="496036" y="2286"/>
                </a:moveTo>
                <a:lnTo>
                  <a:pt x="460082" y="2286"/>
                </a:lnTo>
                <a:lnTo>
                  <a:pt x="460082" y="128968"/>
                </a:lnTo>
                <a:lnTo>
                  <a:pt x="496036" y="128968"/>
                </a:lnTo>
                <a:lnTo>
                  <a:pt x="496036" y="2286"/>
                </a:lnTo>
                <a:close/>
              </a:path>
              <a:path w="1132840" h="457834">
                <a:moveTo>
                  <a:pt x="576668" y="419658"/>
                </a:moveTo>
                <a:lnTo>
                  <a:pt x="572757" y="403974"/>
                </a:lnTo>
                <a:lnTo>
                  <a:pt x="562419" y="393661"/>
                </a:lnTo>
                <a:lnTo>
                  <a:pt x="547700" y="386981"/>
                </a:lnTo>
                <a:lnTo>
                  <a:pt x="518668" y="378904"/>
                </a:lnTo>
                <a:lnTo>
                  <a:pt x="509003" y="374777"/>
                </a:lnTo>
                <a:lnTo>
                  <a:pt x="502564" y="368668"/>
                </a:lnTo>
                <a:lnTo>
                  <a:pt x="500214" y="359371"/>
                </a:lnTo>
                <a:lnTo>
                  <a:pt x="502577" y="349719"/>
                </a:lnTo>
                <a:lnTo>
                  <a:pt x="508838" y="343293"/>
                </a:lnTo>
                <a:lnTo>
                  <a:pt x="517779" y="339737"/>
                </a:lnTo>
                <a:lnTo>
                  <a:pt x="528167" y="338632"/>
                </a:lnTo>
                <a:lnTo>
                  <a:pt x="539051" y="339788"/>
                </a:lnTo>
                <a:lnTo>
                  <a:pt x="548779" y="343077"/>
                </a:lnTo>
                <a:lnTo>
                  <a:pt x="557187" y="348348"/>
                </a:lnTo>
                <a:lnTo>
                  <a:pt x="564121" y="355358"/>
                </a:lnTo>
                <a:lnTo>
                  <a:pt x="574586" y="347383"/>
                </a:lnTo>
                <a:lnTo>
                  <a:pt x="529120" y="326072"/>
                </a:lnTo>
                <a:lnTo>
                  <a:pt x="512343" y="328383"/>
                </a:lnTo>
                <a:lnTo>
                  <a:pt x="498830" y="335140"/>
                </a:lnTo>
                <a:lnTo>
                  <a:pt x="489800" y="346062"/>
                </a:lnTo>
                <a:lnTo>
                  <a:pt x="486511" y="360883"/>
                </a:lnTo>
                <a:lnTo>
                  <a:pt x="489940" y="375450"/>
                </a:lnTo>
                <a:lnTo>
                  <a:pt x="498970" y="385191"/>
                </a:lnTo>
                <a:lnTo>
                  <a:pt x="511708" y="391439"/>
                </a:lnTo>
                <a:lnTo>
                  <a:pt x="526262" y="395516"/>
                </a:lnTo>
                <a:lnTo>
                  <a:pt x="540956" y="399110"/>
                </a:lnTo>
                <a:lnTo>
                  <a:pt x="552513" y="403453"/>
                </a:lnTo>
                <a:lnTo>
                  <a:pt x="560070" y="410006"/>
                </a:lnTo>
                <a:lnTo>
                  <a:pt x="562787" y="420230"/>
                </a:lnTo>
                <a:lnTo>
                  <a:pt x="560501" y="430644"/>
                </a:lnTo>
                <a:lnTo>
                  <a:pt x="554113" y="438353"/>
                </a:lnTo>
                <a:lnTo>
                  <a:pt x="544245" y="443128"/>
                </a:lnTo>
                <a:lnTo>
                  <a:pt x="531596" y="444766"/>
                </a:lnTo>
                <a:lnTo>
                  <a:pt x="520344" y="443611"/>
                </a:lnTo>
                <a:lnTo>
                  <a:pt x="509765" y="440016"/>
                </a:lnTo>
                <a:lnTo>
                  <a:pt x="500405" y="433870"/>
                </a:lnTo>
                <a:lnTo>
                  <a:pt x="492798" y="424992"/>
                </a:lnTo>
                <a:lnTo>
                  <a:pt x="481190" y="433158"/>
                </a:lnTo>
                <a:lnTo>
                  <a:pt x="489686" y="442963"/>
                </a:lnTo>
                <a:lnTo>
                  <a:pt x="500799" y="450596"/>
                </a:lnTo>
                <a:lnTo>
                  <a:pt x="514375" y="455561"/>
                </a:lnTo>
                <a:lnTo>
                  <a:pt x="530263" y="457327"/>
                </a:lnTo>
                <a:lnTo>
                  <a:pt x="549224" y="454660"/>
                </a:lnTo>
                <a:lnTo>
                  <a:pt x="563880" y="447065"/>
                </a:lnTo>
                <a:lnTo>
                  <a:pt x="565696" y="444766"/>
                </a:lnTo>
                <a:lnTo>
                  <a:pt x="573316" y="435178"/>
                </a:lnTo>
                <a:lnTo>
                  <a:pt x="576668" y="419658"/>
                </a:lnTo>
                <a:close/>
              </a:path>
              <a:path w="1132840" h="457834">
                <a:moveTo>
                  <a:pt x="596493" y="228650"/>
                </a:moveTo>
                <a:lnTo>
                  <a:pt x="592213" y="203682"/>
                </a:lnTo>
                <a:lnTo>
                  <a:pt x="588175" y="197269"/>
                </a:lnTo>
                <a:lnTo>
                  <a:pt x="579539" y="183578"/>
                </a:lnTo>
                <a:lnTo>
                  <a:pt x="559396" y="170649"/>
                </a:lnTo>
                <a:lnTo>
                  <a:pt x="559396" y="228650"/>
                </a:lnTo>
                <a:lnTo>
                  <a:pt x="557517" y="241833"/>
                </a:lnTo>
                <a:lnTo>
                  <a:pt x="551929" y="251701"/>
                </a:lnTo>
                <a:lnTo>
                  <a:pt x="542709" y="257898"/>
                </a:lnTo>
                <a:lnTo>
                  <a:pt x="529920" y="260045"/>
                </a:lnTo>
                <a:lnTo>
                  <a:pt x="511848" y="260045"/>
                </a:lnTo>
                <a:lnTo>
                  <a:pt x="511848" y="197269"/>
                </a:lnTo>
                <a:lnTo>
                  <a:pt x="529920" y="197269"/>
                </a:lnTo>
                <a:lnTo>
                  <a:pt x="542709" y="199453"/>
                </a:lnTo>
                <a:lnTo>
                  <a:pt x="551929" y="205689"/>
                </a:lnTo>
                <a:lnTo>
                  <a:pt x="557517" y="215569"/>
                </a:lnTo>
                <a:lnTo>
                  <a:pt x="559396" y="228650"/>
                </a:lnTo>
                <a:lnTo>
                  <a:pt x="559396" y="170649"/>
                </a:lnTo>
                <a:lnTo>
                  <a:pt x="558698" y="170192"/>
                </a:lnTo>
                <a:lnTo>
                  <a:pt x="529920" y="165315"/>
                </a:lnTo>
                <a:lnTo>
                  <a:pt x="475703" y="165315"/>
                </a:lnTo>
                <a:lnTo>
                  <a:pt x="475703" y="291998"/>
                </a:lnTo>
                <a:lnTo>
                  <a:pt x="529920" y="291998"/>
                </a:lnTo>
                <a:lnTo>
                  <a:pt x="558698" y="287134"/>
                </a:lnTo>
                <a:lnTo>
                  <a:pt x="579539" y="273748"/>
                </a:lnTo>
                <a:lnTo>
                  <a:pt x="588175" y="260045"/>
                </a:lnTo>
                <a:lnTo>
                  <a:pt x="592213" y="253644"/>
                </a:lnTo>
                <a:lnTo>
                  <a:pt x="596493" y="228650"/>
                </a:lnTo>
                <a:close/>
              </a:path>
              <a:path w="1132840" h="457834">
                <a:moveTo>
                  <a:pt x="670458" y="65633"/>
                </a:moveTo>
                <a:lnTo>
                  <a:pt x="665949" y="40132"/>
                </a:lnTo>
                <a:lnTo>
                  <a:pt x="661301" y="32715"/>
                </a:lnTo>
                <a:lnTo>
                  <a:pt x="652894" y="19265"/>
                </a:lnTo>
                <a:lnTo>
                  <a:pt x="633183" y="5969"/>
                </a:lnTo>
                <a:lnTo>
                  <a:pt x="633183" y="65633"/>
                </a:lnTo>
                <a:lnTo>
                  <a:pt x="631367" y="78232"/>
                </a:lnTo>
                <a:lnTo>
                  <a:pt x="625906" y="88709"/>
                </a:lnTo>
                <a:lnTo>
                  <a:pt x="616813" y="95885"/>
                </a:lnTo>
                <a:lnTo>
                  <a:pt x="604075" y="98539"/>
                </a:lnTo>
                <a:lnTo>
                  <a:pt x="591489" y="95885"/>
                </a:lnTo>
                <a:lnTo>
                  <a:pt x="582523" y="88709"/>
                </a:lnTo>
                <a:lnTo>
                  <a:pt x="577151" y="78232"/>
                </a:lnTo>
                <a:lnTo>
                  <a:pt x="575360" y="65633"/>
                </a:lnTo>
                <a:lnTo>
                  <a:pt x="577151" y="53187"/>
                </a:lnTo>
                <a:lnTo>
                  <a:pt x="582523" y="42684"/>
                </a:lnTo>
                <a:lnTo>
                  <a:pt x="591489" y="35420"/>
                </a:lnTo>
                <a:lnTo>
                  <a:pt x="604075" y="32715"/>
                </a:lnTo>
                <a:lnTo>
                  <a:pt x="616813" y="35420"/>
                </a:lnTo>
                <a:lnTo>
                  <a:pt x="625906" y="42684"/>
                </a:lnTo>
                <a:lnTo>
                  <a:pt x="631367" y="53187"/>
                </a:lnTo>
                <a:lnTo>
                  <a:pt x="633183" y="65633"/>
                </a:lnTo>
                <a:lnTo>
                  <a:pt x="633183" y="5969"/>
                </a:lnTo>
                <a:lnTo>
                  <a:pt x="632015" y="5168"/>
                </a:lnTo>
                <a:lnTo>
                  <a:pt x="604075" y="0"/>
                </a:lnTo>
                <a:lnTo>
                  <a:pt x="576186" y="5168"/>
                </a:lnTo>
                <a:lnTo>
                  <a:pt x="555459" y="19265"/>
                </a:lnTo>
                <a:lnTo>
                  <a:pt x="542531" y="40132"/>
                </a:lnTo>
                <a:lnTo>
                  <a:pt x="538073" y="65633"/>
                </a:lnTo>
                <a:lnTo>
                  <a:pt x="542531" y="91287"/>
                </a:lnTo>
                <a:lnTo>
                  <a:pt x="555459" y="112141"/>
                </a:lnTo>
                <a:lnTo>
                  <a:pt x="576186" y="126136"/>
                </a:lnTo>
                <a:lnTo>
                  <a:pt x="604075" y="131254"/>
                </a:lnTo>
                <a:lnTo>
                  <a:pt x="632015" y="126136"/>
                </a:lnTo>
                <a:lnTo>
                  <a:pt x="652894" y="112141"/>
                </a:lnTo>
                <a:lnTo>
                  <a:pt x="661403" y="98539"/>
                </a:lnTo>
                <a:lnTo>
                  <a:pt x="665949" y="91287"/>
                </a:lnTo>
                <a:lnTo>
                  <a:pt x="670458" y="65633"/>
                </a:lnTo>
                <a:close/>
              </a:path>
              <a:path w="1132840" h="457834">
                <a:moveTo>
                  <a:pt x="674865" y="165315"/>
                </a:moveTo>
                <a:lnTo>
                  <a:pt x="638911" y="165315"/>
                </a:lnTo>
                <a:lnTo>
                  <a:pt x="638911" y="291998"/>
                </a:lnTo>
                <a:lnTo>
                  <a:pt x="674865" y="291998"/>
                </a:lnTo>
                <a:lnTo>
                  <a:pt x="674865" y="165315"/>
                </a:lnTo>
                <a:close/>
              </a:path>
              <a:path w="1132840" h="457834">
                <a:moveTo>
                  <a:pt x="708304" y="328358"/>
                </a:moveTo>
                <a:lnTo>
                  <a:pt x="605967" y="328358"/>
                </a:lnTo>
                <a:lnTo>
                  <a:pt x="605967" y="340906"/>
                </a:lnTo>
                <a:lnTo>
                  <a:pt x="650290" y="340906"/>
                </a:lnTo>
                <a:lnTo>
                  <a:pt x="650290" y="455041"/>
                </a:lnTo>
                <a:lnTo>
                  <a:pt x="663790" y="455041"/>
                </a:lnTo>
                <a:lnTo>
                  <a:pt x="663790" y="340906"/>
                </a:lnTo>
                <a:lnTo>
                  <a:pt x="708304" y="340906"/>
                </a:lnTo>
                <a:lnTo>
                  <a:pt x="708304" y="328358"/>
                </a:lnTo>
                <a:close/>
              </a:path>
              <a:path w="1132840" h="457834">
                <a:moveTo>
                  <a:pt x="829678" y="2286"/>
                </a:moveTo>
                <a:lnTo>
                  <a:pt x="795248" y="2286"/>
                </a:lnTo>
                <a:lnTo>
                  <a:pt x="795248" y="78562"/>
                </a:lnTo>
                <a:lnTo>
                  <a:pt x="781761" y="50977"/>
                </a:lnTo>
                <a:lnTo>
                  <a:pt x="757961" y="2286"/>
                </a:lnTo>
                <a:lnTo>
                  <a:pt x="712495" y="2286"/>
                </a:lnTo>
                <a:lnTo>
                  <a:pt x="712495" y="128968"/>
                </a:lnTo>
                <a:lnTo>
                  <a:pt x="747115" y="128968"/>
                </a:lnTo>
                <a:lnTo>
                  <a:pt x="747115" y="50977"/>
                </a:lnTo>
                <a:lnTo>
                  <a:pt x="785736" y="128968"/>
                </a:lnTo>
                <a:lnTo>
                  <a:pt x="829678" y="128968"/>
                </a:lnTo>
                <a:lnTo>
                  <a:pt x="829678" y="78562"/>
                </a:lnTo>
                <a:lnTo>
                  <a:pt x="829678" y="2286"/>
                </a:lnTo>
                <a:close/>
              </a:path>
              <a:path w="1132840" h="457834">
                <a:moveTo>
                  <a:pt x="844308" y="455041"/>
                </a:moveTo>
                <a:lnTo>
                  <a:pt x="815289" y="401408"/>
                </a:lnTo>
                <a:lnTo>
                  <a:pt x="814057" y="399122"/>
                </a:lnTo>
                <a:lnTo>
                  <a:pt x="825068" y="393954"/>
                </a:lnTo>
                <a:lnTo>
                  <a:pt x="830681" y="388848"/>
                </a:lnTo>
                <a:lnTo>
                  <a:pt x="833526" y="386257"/>
                </a:lnTo>
                <a:lnTo>
                  <a:pt x="838962" y="376262"/>
                </a:lnTo>
                <a:lnTo>
                  <a:pt x="840879" y="364121"/>
                </a:lnTo>
                <a:lnTo>
                  <a:pt x="837933" y="349313"/>
                </a:lnTo>
                <a:lnTo>
                  <a:pt x="831761" y="340906"/>
                </a:lnTo>
                <a:lnTo>
                  <a:pt x="829652" y="338035"/>
                </a:lnTo>
                <a:lnTo>
                  <a:pt x="826808" y="336461"/>
                </a:lnTo>
                <a:lnTo>
                  <a:pt x="826808" y="365061"/>
                </a:lnTo>
                <a:lnTo>
                  <a:pt x="825004" y="374726"/>
                </a:lnTo>
                <a:lnTo>
                  <a:pt x="819785" y="382244"/>
                </a:lnTo>
                <a:lnTo>
                  <a:pt x="811479" y="387121"/>
                </a:lnTo>
                <a:lnTo>
                  <a:pt x="800366" y="388848"/>
                </a:lnTo>
                <a:lnTo>
                  <a:pt x="759472" y="388848"/>
                </a:lnTo>
                <a:lnTo>
                  <a:pt x="759472" y="340906"/>
                </a:lnTo>
                <a:lnTo>
                  <a:pt x="799795" y="340906"/>
                </a:lnTo>
                <a:lnTo>
                  <a:pt x="810907" y="342633"/>
                </a:lnTo>
                <a:lnTo>
                  <a:pt x="819429" y="347497"/>
                </a:lnTo>
                <a:lnTo>
                  <a:pt x="824877" y="355117"/>
                </a:lnTo>
                <a:lnTo>
                  <a:pt x="826808" y="365061"/>
                </a:lnTo>
                <a:lnTo>
                  <a:pt x="826808" y="336461"/>
                </a:lnTo>
                <a:lnTo>
                  <a:pt x="816800" y="330873"/>
                </a:lnTo>
                <a:lnTo>
                  <a:pt x="800176" y="328358"/>
                </a:lnTo>
                <a:lnTo>
                  <a:pt x="746163" y="328358"/>
                </a:lnTo>
                <a:lnTo>
                  <a:pt x="746163" y="455041"/>
                </a:lnTo>
                <a:lnTo>
                  <a:pt x="759472" y="455041"/>
                </a:lnTo>
                <a:lnTo>
                  <a:pt x="759472" y="401408"/>
                </a:lnTo>
                <a:lnTo>
                  <a:pt x="800366" y="401408"/>
                </a:lnTo>
                <a:lnTo>
                  <a:pt x="829094" y="455041"/>
                </a:lnTo>
                <a:lnTo>
                  <a:pt x="844308" y="455041"/>
                </a:lnTo>
                <a:close/>
              </a:path>
              <a:path w="1132840" h="457834">
                <a:moveTo>
                  <a:pt x="844346" y="291998"/>
                </a:moveTo>
                <a:lnTo>
                  <a:pt x="836053" y="268605"/>
                </a:lnTo>
                <a:lnTo>
                  <a:pt x="826071" y="240449"/>
                </a:lnTo>
                <a:lnTo>
                  <a:pt x="809828" y="194614"/>
                </a:lnTo>
                <a:lnTo>
                  <a:pt x="799452" y="165315"/>
                </a:lnTo>
                <a:lnTo>
                  <a:pt x="789940" y="165315"/>
                </a:lnTo>
                <a:lnTo>
                  <a:pt x="789940" y="240449"/>
                </a:lnTo>
                <a:lnTo>
                  <a:pt x="764451" y="240449"/>
                </a:lnTo>
                <a:lnTo>
                  <a:pt x="777189" y="194614"/>
                </a:lnTo>
                <a:lnTo>
                  <a:pt x="789940" y="240449"/>
                </a:lnTo>
                <a:lnTo>
                  <a:pt x="789940" y="165315"/>
                </a:lnTo>
                <a:lnTo>
                  <a:pt x="756081" y="165315"/>
                </a:lnTo>
                <a:lnTo>
                  <a:pt x="710996" y="291998"/>
                </a:lnTo>
                <a:lnTo>
                  <a:pt x="750379" y="291998"/>
                </a:lnTo>
                <a:lnTo>
                  <a:pt x="756843" y="268605"/>
                </a:lnTo>
                <a:lnTo>
                  <a:pt x="797737" y="268605"/>
                </a:lnTo>
                <a:lnTo>
                  <a:pt x="804202" y="291998"/>
                </a:lnTo>
                <a:lnTo>
                  <a:pt x="844346" y="291998"/>
                </a:lnTo>
                <a:close/>
              </a:path>
              <a:path w="1132840" h="457834">
                <a:moveTo>
                  <a:pt x="978027" y="328358"/>
                </a:moveTo>
                <a:lnTo>
                  <a:pt x="962812" y="328358"/>
                </a:lnTo>
                <a:lnTo>
                  <a:pt x="923048" y="390182"/>
                </a:lnTo>
                <a:lnTo>
                  <a:pt x="883488" y="328358"/>
                </a:lnTo>
                <a:lnTo>
                  <a:pt x="867702" y="328358"/>
                </a:lnTo>
                <a:lnTo>
                  <a:pt x="915822" y="402348"/>
                </a:lnTo>
                <a:lnTo>
                  <a:pt x="915822" y="455041"/>
                </a:lnTo>
                <a:lnTo>
                  <a:pt x="929525" y="455041"/>
                </a:lnTo>
                <a:lnTo>
                  <a:pt x="929525" y="402348"/>
                </a:lnTo>
                <a:lnTo>
                  <a:pt x="937501" y="390182"/>
                </a:lnTo>
                <a:lnTo>
                  <a:pt x="978027" y="328358"/>
                </a:lnTo>
                <a:close/>
              </a:path>
              <a:path w="1132840" h="457834">
                <a:moveTo>
                  <a:pt x="994994" y="256806"/>
                </a:moveTo>
                <a:lnTo>
                  <a:pt x="964552" y="242735"/>
                </a:lnTo>
                <a:lnTo>
                  <a:pt x="959485" y="251510"/>
                </a:lnTo>
                <a:lnTo>
                  <a:pt x="953439" y="258025"/>
                </a:lnTo>
                <a:lnTo>
                  <a:pt x="946010" y="262089"/>
                </a:lnTo>
                <a:lnTo>
                  <a:pt x="936777" y="263474"/>
                </a:lnTo>
                <a:lnTo>
                  <a:pt x="924661" y="260705"/>
                </a:lnTo>
                <a:lnTo>
                  <a:pt x="915631" y="253161"/>
                </a:lnTo>
                <a:lnTo>
                  <a:pt x="910005" y="241973"/>
                </a:lnTo>
                <a:lnTo>
                  <a:pt x="908062" y="228282"/>
                </a:lnTo>
                <a:lnTo>
                  <a:pt x="910005" y="214884"/>
                </a:lnTo>
                <a:lnTo>
                  <a:pt x="915631" y="203936"/>
                </a:lnTo>
                <a:lnTo>
                  <a:pt x="924661" y="196557"/>
                </a:lnTo>
                <a:lnTo>
                  <a:pt x="936777" y="193852"/>
                </a:lnTo>
                <a:lnTo>
                  <a:pt x="945311" y="194906"/>
                </a:lnTo>
                <a:lnTo>
                  <a:pt x="952944" y="198259"/>
                </a:lnTo>
                <a:lnTo>
                  <a:pt x="959726" y="204216"/>
                </a:lnTo>
                <a:lnTo>
                  <a:pt x="965695" y="213067"/>
                </a:lnTo>
                <a:lnTo>
                  <a:pt x="994232" y="197269"/>
                </a:lnTo>
                <a:lnTo>
                  <a:pt x="991679" y="193852"/>
                </a:lnTo>
                <a:lnTo>
                  <a:pt x="982345" y="181330"/>
                </a:lnTo>
                <a:lnTo>
                  <a:pt x="968235" y="170738"/>
                </a:lnTo>
                <a:lnTo>
                  <a:pt x="952525" y="164858"/>
                </a:lnTo>
                <a:lnTo>
                  <a:pt x="935837" y="163029"/>
                </a:lnTo>
                <a:lnTo>
                  <a:pt x="909751" y="167640"/>
                </a:lnTo>
                <a:lnTo>
                  <a:pt x="889292" y="180746"/>
                </a:lnTo>
                <a:lnTo>
                  <a:pt x="875931" y="201320"/>
                </a:lnTo>
                <a:lnTo>
                  <a:pt x="871156" y="228282"/>
                </a:lnTo>
                <a:lnTo>
                  <a:pt x="875931" y="255536"/>
                </a:lnTo>
                <a:lnTo>
                  <a:pt x="889292" y="276339"/>
                </a:lnTo>
                <a:lnTo>
                  <a:pt x="909751" y="289623"/>
                </a:lnTo>
                <a:lnTo>
                  <a:pt x="935837" y="294284"/>
                </a:lnTo>
                <a:lnTo>
                  <a:pt x="955205" y="291731"/>
                </a:lnTo>
                <a:lnTo>
                  <a:pt x="971473" y="284327"/>
                </a:lnTo>
                <a:lnTo>
                  <a:pt x="984694" y="272542"/>
                </a:lnTo>
                <a:lnTo>
                  <a:pt x="990625" y="263474"/>
                </a:lnTo>
                <a:lnTo>
                  <a:pt x="994994" y="256806"/>
                </a:lnTo>
                <a:close/>
              </a:path>
              <a:path w="1132840" h="457834">
                <a:moveTo>
                  <a:pt x="999147" y="128968"/>
                </a:moveTo>
                <a:lnTo>
                  <a:pt x="990854" y="105575"/>
                </a:lnTo>
                <a:lnTo>
                  <a:pt x="980884" y="77419"/>
                </a:lnTo>
                <a:lnTo>
                  <a:pt x="964641" y="31584"/>
                </a:lnTo>
                <a:lnTo>
                  <a:pt x="954265" y="2286"/>
                </a:lnTo>
                <a:lnTo>
                  <a:pt x="944753" y="2286"/>
                </a:lnTo>
                <a:lnTo>
                  <a:pt x="944753" y="77419"/>
                </a:lnTo>
                <a:lnTo>
                  <a:pt x="919264" y="77419"/>
                </a:lnTo>
                <a:lnTo>
                  <a:pt x="932002" y="31584"/>
                </a:lnTo>
                <a:lnTo>
                  <a:pt x="944753" y="77419"/>
                </a:lnTo>
                <a:lnTo>
                  <a:pt x="944753" y="2286"/>
                </a:lnTo>
                <a:lnTo>
                  <a:pt x="910894" y="2286"/>
                </a:lnTo>
                <a:lnTo>
                  <a:pt x="865809" y="128968"/>
                </a:lnTo>
                <a:lnTo>
                  <a:pt x="905179" y="128968"/>
                </a:lnTo>
                <a:lnTo>
                  <a:pt x="911656" y="105575"/>
                </a:lnTo>
                <a:lnTo>
                  <a:pt x="952550" y="105575"/>
                </a:lnTo>
                <a:lnTo>
                  <a:pt x="959015" y="128968"/>
                </a:lnTo>
                <a:lnTo>
                  <a:pt x="999147" y="128968"/>
                </a:lnTo>
                <a:close/>
              </a:path>
              <a:path w="1132840" h="457834">
                <a:moveTo>
                  <a:pt x="1132674" y="97015"/>
                </a:moveTo>
                <a:lnTo>
                  <a:pt x="1071422" y="97015"/>
                </a:lnTo>
                <a:lnTo>
                  <a:pt x="1071422" y="2286"/>
                </a:lnTo>
                <a:lnTo>
                  <a:pt x="1035481" y="2286"/>
                </a:lnTo>
                <a:lnTo>
                  <a:pt x="1035481" y="128968"/>
                </a:lnTo>
                <a:lnTo>
                  <a:pt x="1132674" y="128968"/>
                </a:lnTo>
                <a:lnTo>
                  <a:pt x="1132674" y="97015"/>
                </a:lnTo>
                <a:close/>
              </a:path>
            </a:pathLst>
          </a:custGeom>
          <a:solidFill>
            <a:srgbClr val="696C68"/>
          </a:solidFill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pPr algn="ctr"/>
            <a:endParaRPr lang="en-AU" dirty="0"/>
          </a:p>
        </p:txBody>
      </p:sp>
      <p:grpSp>
        <p:nvGrpSpPr>
          <p:cNvPr id="3" name="ncr_logo_svg">
            <a:extLst>
              <a:ext uri="{FF2B5EF4-FFF2-40B4-BE49-F238E27FC236}">
                <a16:creationId xmlns:a16="http://schemas.microsoft.com/office/drawing/2014/main" id="{850B20FB-CAA4-FA8F-731F-93442C45412A}"/>
              </a:ext>
            </a:extLst>
          </p:cNvPr>
          <p:cNvGrpSpPr>
            <a:grpSpLocks/>
          </p:cNvGrpSpPr>
          <p:nvPr userDrawn="1"/>
        </p:nvGrpSpPr>
        <p:grpSpPr>
          <a:xfrm>
            <a:off x="2582171" y="169781"/>
            <a:ext cx="540712" cy="569253"/>
            <a:chOff x="0" y="0"/>
            <a:chExt cx="852169" cy="1004569"/>
          </a:xfrm>
        </p:grpSpPr>
        <p:sp>
          <p:nvSpPr>
            <p:cNvPr id="5" name="Graphic 4928">
              <a:extLst>
                <a:ext uri="{FF2B5EF4-FFF2-40B4-BE49-F238E27FC236}">
                  <a16:creationId xmlns:a16="http://schemas.microsoft.com/office/drawing/2014/main" id="{388C7FDF-61F7-6A97-4654-628403927EA5}"/>
                </a:ext>
              </a:extLst>
            </p:cNvPr>
            <p:cNvSpPr/>
            <p:nvPr userDrawn="1"/>
          </p:nvSpPr>
          <p:spPr>
            <a:xfrm>
              <a:off x="0" y="0"/>
              <a:ext cx="852169" cy="1004569"/>
            </a:xfrm>
            <a:custGeom>
              <a:avLst/>
              <a:gdLst/>
              <a:ahLst/>
              <a:cxnLst/>
              <a:rect l="l" t="t" r="r" b="b"/>
              <a:pathLst>
                <a:path w="852169" h="1004569">
                  <a:moveTo>
                    <a:pt x="852170" y="497217"/>
                  </a:moveTo>
                  <a:lnTo>
                    <a:pt x="850493" y="449491"/>
                  </a:lnTo>
                  <a:lnTo>
                    <a:pt x="845210" y="404609"/>
                  </a:lnTo>
                  <a:lnTo>
                    <a:pt x="835939" y="362813"/>
                  </a:lnTo>
                  <a:lnTo>
                    <a:pt x="822286" y="324345"/>
                  </a:lnTo>
                  <a:lnTo>
                    <a:pt x="803871" y="289445"/>
                  </a:lnTo>
                  <a:lnTo>
                    <a:pt x="780300" y="258381"/>
                  </a:lnTo>
                  <a:lnTo>
                    <a:pt x="751192" y="231368"/>
                  </a:lnTo>
                  <a:lnTo>
                    <a:pt x="716165" y="208661"/>
                  </a:lnTo>
                  <a:lnTo>
                    <a:pt x="674814" y="190512"/>
                  </a:lnTo>
                  <a:lnTo>
                    <a:pt x="626783" y="177165"/>
                  </a:lnTo>
                  <a:lnTo>
                    <a:pt x="571665" y="168859"/>
                  </a:lnTo>
                  <a:lnTo>
                    <a:pt x="516699" y="166192"/>
                  </a:lnTo>
                  <a:lnTo>
                    <a:pt x="502246" y="165798"/>
                  </a:lnTo>
                  <a:lnTo>
                    <a:pt x="489800" y="166192"/>
                  </a:lnTo>
                  <a:lnTo>
                    <a:pt x="489800" y="28448"/>
                  </a:lnTo>
                  <a:lnTo>
                    <a:pt x="485355" y="12014"/>
                  </a:lnTo>
                  <a:lnTo>
                    <a:pt x="475564" y="3568"/>
                  </a:lnTo>
                  <a:lnTo>
                    <a:pt x="465785" y="457"/>
                  </a:lnTo>
                  <a:lnTo>
                    <a:pt x="461352" y="0"/>
                  </a:lnTo>
                  <a:lnTo>
                    <a:pt x="399199" y="0"/>
                  </a:lnTo>
                  <a:lnTo>
                    <a:pt x="382752" y="4457"/>
                  </a:lnTo>
                  <a:lnTo>
                    <a:pt x="374307" y="14224"/>
                  </a:lnTo>
                  <a:lnTo>
                    <a:pt x="371182" y="24003"/>
                  </a:lnTo>
                  <a:lnTo>
                    <a:pt x="370751" y="28448"/>
                  </a:lnTo>
                  <a:lnTo>
                    <a:pt x="370840" y="165798"/>
                  </a:lnTo>
                  <a:lnTo>
                    <a:pt x="370954" y="177165"/>
                  </a:lnTo>
                  <a:lnTo>
                    <a:pt x="371360" y="207924"/>
                  </a:lnTo>
                  <a:lnTo>
                    <a:pt x="371360" y="282752"/>
                  </a:lnTo>
                  <a:lnTo>
                    <a:pt x="376085" y="305841"/>
                  </a:lnTo>
                  <a:lnTo>
                    <a:pt x="388848" y="324675"/>
                  </a:lnTo>
                  <a:lnTo>
                    <a:pt x="407733" y="337375"/>
                  </a:lnTo>
                  <a:lnTo>
                    <a:pt x="430860" y="342023"/>
                  </a:lnTo>
                  <a:lnTo>
                    <a:pt x="565518" y="342023"/>
                  </a:lnTo>
                  <a:lnTo>
                    <a:pt x="577176" y="344385"/>
                  </a:lnTo>
                  <a:lnTo>
                    <a:pt x="586701" y="350812"/>
                  </a:lnTo>
                  <a:lnTo>
                    <a:pt x="593115" y="360337"/>
                  </a:lnTo>
                  <a:lnTo>
                    <a:pt x="595477" y="371995"/>
                  </a:lnTo>
                  <a:lnTo>
                    <a:pt x="595452" y="531710"/>
                  </a:lnTo>
                  <a:lnTo>
                    <a:pt x="596061" y="540207"/>
                  </a:lnTo>
                  <a:lnTo>
                    <a:pt x="603199" y="546976"/>
                  </a:lnTo>
                  <a:lnTo>
                    <a:pt x="611898" y="547357"/>
                  </a:lnTo>
                  <a:lnTo>
                    <a:pt x="679335" y="547458"/>
                  </a:lnTo>
                  <a:lnTo>
                    <a:pt x="698728" y="552704"/>
                  </a:lnTo>
                  <a:lnTo>
                    <a:pt x="708685" y="564235"/>
                  </a:lnTo>
                  <a:lnTo>
                    <a:pt x="712355" y="575779"/>
                  </a:lnTo>
                  <a:lnTo>
                    <a:pt x="712889" y="581012"/>
                  </a:lnTo>
                  <a:lnTo>
                    <a:pt x="712889" y="637362"/>
                  </a:lnTo>
                  <a:lnTo>
                    <a:pt x="707644" y="656767"/>
                  </a:lnTo>
                  <a:lnTo>
                    <a:pt x="696112" y="666737"/>
                  </a:lnTo>
                  <a:lnTo>
                    <a:pt x="684568" y="670407"/>
                  </a:lnTo>
                  <a:lnTo>
                    <a:pt x="679335" y="670928"/>
                  </a:lnTo>
                  <a:lnTo>
                    <a:pt x="622477" y="670928"/>
                  </a:lnTo>
                  <a:lnTo>
                    <a:pt x="603072" y="665695"/>
                  </a:lnTo>
                  <a:lnTo>
                    <a:pt x="593115" y="654151"/>
                  </a:lnTo>
                  <a:lnTo>
                    <a:pt x="589445" y="642607"/>
                  </a:lnTo>
                  <a:lnTo>
                    <a:pt x="588924" y="637362"/>
                  </a:lnTo>
                  <a:lnTo>
                    <a:pt x="588924" y="562597"/>
                  </a:lnTo>
                  <a:lnTo>
                    <a:pt x="582523" y="555510"/>
                  </a:lnTo>
                  <a:lnTo>
                    <a:pt x="574357" y="554215"/>
                  </a:lnTo>
                  <a:lnTo>
                    <a:pt x="573697" y="554177"/>
                  </a:lnTo>
                  <a:lnTo>
                    <a:pt x="401294" y="554151"/>
                  </a:lnTo>
                  <a:lnTo>
                    <a:pt x="389648" y="551802"/>
                  </a:lnTo>
                  <a:lnTo>
                    <a:pt x="380136" y="545388"/>
                  </a:lnTo>
                  <a:lnTo>
                    <a:pt x="373710" y="535863"/>
                  </a:lnTo>
                  <a:lnTo>
                    <a:pt x="371360" y="524192"/>
                  </a:lnTo>
                  <a:lnTo>
                    <a:pt x="371335" y="401561"/>
                  </a:lnTo>
                  <a:lnTo>
                    <a:pt x="366649" y="380276"/>
                  </a:lnTo>
                  <a:lnTo>
                    <a:pt x="353898" y="365480"/>
                  </a:lnTo>
                  <a:lnTo>
                    <a:pt x="334975" y="356844"/>
                  </a:lnTo>
                  <a:lnTo>
                    <a:pt x="311823" y="354037"/>
                  </a:lnTo>
                  <a:lnTo>
                    <a:pt x="219900" y="354037"/>
                  </a:lnTo>
                  <a:lnTo>
                    <a:pt x="208254" y="351688"/>
                  </a:lnTo>
                  <a:lnTo>
                    <a:pt x="198742" y="345262"/>
                  </a:lnTo>
                  <a:lnTo>
                    <a:pt x="192316" y="335737"/>
                  </a:lnTo>
                  <a:lnTo>
                    <a:pt x="190080" y="324675"/>
                  </a:lnTo>
                  <a:lnTo>
                    <a:pt x="189966" y="266065"/>
                  </a:lnTo>
                  <a:lnTo>
                    <a:pt x="187604" y="254419"/>
                  </a:lnTo>
                  <a:lnTo>
                    <a:pt x="181178" y="244894"/>
                  </a:lnTo>
                  <a:lnTo>
                    <a:pt x="171640" y="238480"/>
                  </a:lnTo>
                  <a:lnTo>
                    <a:pt x="159981" y="236118"/>
                  </a:lnTo>
                  <a:lnTo>
                    <a:pt x="29959" y="236118"/>
                  </a:lnTo>
                  <a:lnTo>
                    <a:pt x="18300" y="238480"/>
                  </a:lnTo>
                  <a:lnTo>
                    <a:pt x="8775" y="244894"/>
                  </a:lnTo>
                  <a:lnTo>
                    <a:pt x="2349" y="254419"/>
                  </a:lnTo>
                  <a:lnTo>
                    <a:pt x="0" y="266065"/>
                  </a:lnTo>
                  <a:lnTo>
                    <a:pt x="101" y="324675"/>
                  </a:lnTo>
                  <a:lnTo>
                    <a:pt x="29959" y="354076"/>
                  </a:lnTo>
                  <a:lnTo>
                    <a:pt x="165785" y="354190"/>
                  </a:lnTo>
                  <a:lnTo>
                    <a:pt x="174942" y="357251"/>
                  </a:lnTo>
                  <a:lnTo>
                    <a:pt x="180708" y="363474"/>
                  </a:lnTo>
                  <a:lnTo>
                    <a:pt x="182575" y="373075"/>
                  </a:lnTo>
                  <a:lnTo>
                    <a:pt x="182562" y="373761"/>
                  </a:lnTo>
                  <a:lnTo>
                    <a:pt x="182219" y="375335"/>
                  </a:lnTo>
                  <a:lnTo>
                    <a:pt x="182016" y="376008"/>
                  </a:lnTo>
                  <a:lnTo>
                    <a:pt x="174993" y="404926"/>
                  </a:lnTo>
                  <a:lnTo>
                    <a:pt x="169989" y="434835"/>
                  </a:lnTo>
                  <a:lnTo>
                    <a:pt x="166992" y="465632"/>
                  </a:lnTo>
                  <a:lnTo>
                    <a:pt x="166001" y="497217"/>
                  </a:lnTo>
                  <a:lnTo>
                    <a:pt x="168770" y="551434"/>
                  </a:lnTo>
                  <a:lnTo>
                    <a:pt x="176784" y="605091"/>
                  </a:lnTo>
                  <a:lnTo>
                    <a:pt x="189547" y="657631"/>
                  </a:lnTo>
                  <a:lnTo>
                    <a:pt x="206616" y="708520"/>
                  </a:lnTo>
                  <a:lnTo>
                    <a:pt x="227482" y="757186"/>
                  </a:lnTo>
                  <a:lnTo>
                    <a:pt x="251714" y="803084"/>
                  </a:lnTo>
                  <a:lnTo>
                    <a:pt x="278803" y="845654"/>
                  </a:lnTo>
                  <a:lnTo>
                    <a:pt x="308279" y="884351"/>
                  </a:lnTo>
                  <a:lnTo>
                    <a:pt x="339699" y="918603"/>
                  </a:lnTo>
                  <a:lnTo>
                    <a:pt x="372567" y="947877"/>
                  </a:lnTo>
                  <a:lnTo>
                    <a:pt x="406400" y="971613"/>
                  </a:lnTo>
                  <a:lnTo>
                    <a:pt x="440753" y="989253"/>
                  </a:lnTo>
                  <a:lnTo>
                    <a:pt x="509079" y="1004023"/>
                  </a:lnTo>
                  <a:lnTo>
                    <a:pt x="543013" y="1000239"/>
                  </a:lnTo>
                  <a:lnTo>
                    <a:pt x="611746" y="971613"/>
                  </a:lnTo>
                  <a:lnTo>
                    <a:pt x="645591" y="947877"/>
                  </a:lnTo>
                  <a:lnTo>
                    <a:pt x="678446" y="918603"/>
                  </a:lnTo>
                  <a:lnTo>
                    <a:pt x="709866" y="884351"/>
                  </a:lnTo>
                  <a:lnTo>
                    <a:pt x="739355" y="845654"/>
                  </a:lnTo>
                  <a:lnTo>
                    <a:pt x="766445" y="803084"/>
                  </a:lnTo>
                  <a:lnTo>
                    <a:pt x="790663" y="757186"/>
                  </a:lnTo>
                  <a:lnTo>
                    <a:pt x="811542" y="708520"/>
                  </a:lnTo>
                  <a:lnTo>
                    <a:pt x="824141" y="670928"/>
                  </a:lnTo>
                  <a:lnTo>
                    <a:pt x="828611" y="657631"/>
                  </a:lnTo>
                  <a:lnTo>
                    <a:pt x="841375" y="605091"/>
                  </a:lnTo>
                  <a:lnTo>
                    <a:pt x="849388" y="551434"/>
                  </a:lnTo>
                  <a:lnTo>
                    <a:pt x="852170" y="497217"/>
                  </a:lnTo>
                  <a:close/>
                </a:path>
              </a:pathLst>
            </a:custGeom>
            <a:solidFill>
              <a:srgbClr val="A02371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dirty="0"/>
            </a:p>
          </p:txBody>
        </p:sp>
        <p:sp>
          <p:nvSpPr>
            <p:cNvPr id="6" name="Graphic 4929">
              <a:extLst>
                <a:ext uri="{FF2B5EF4-FFF2-40B4-BE49-F238E27FC236}">
                  <a16:creationId xmlns:a16="http://schemas.microsoft.com/office/drawing/2014/main" id="{C3C3EDAA-6587-2C87-AED5-B35F98C4D5B4}"/>
                </a:ext>
              </a:extLst>
            </p:cNvPr>
            <p:cNvSpPr/>
            <p:nvPr userDrawn="1"/>
          </p:nvSpPr>
          <p:spPr>
            <a:xfrm>
              <a:off x="409875" y="642872"/>
              <a:ext cx="422909" cy="361315"/>
            </a:xfrm>
            <a:custGeom>
              <a:avLst/>
              <a:gdLst/>
              <a:ahLst/>
              <a:cxnLst/>
              <a:rect l="l" t="t" r="r" b="b"/>
              <a:pathLst>
                <a:path w="422909" h="361315">
                  <a:moveTo>
                    <a:pt x="422323" y="0"/>
                  </a:moveTo>
                  <a:lnTo>
                    <a:pt x="394297" y="39268"/>
                  </a:lnTo>
                  <a:lnTo>
                    <a:pt x="363266" y="77881"/>
                  </a:lnTo>
                  <a:lnTo>
                    <a:pt x="330116" y="114634"/>
                  </a:lnTo>
                  <a:lnTo>
                    <a:pt x="294940" y="149435"/>
                  </a:lnTo>
                  <a:lnTo>
                    <a:pt x="257830" y="182192"/>
                  </a:lnTo>
                  <a:lnTo>
                    <a:pt x="218878" y="212812"/>
                  </a:lnTo>
                  <a:lnTo>
                    <a:pt x="178175" y="241203"/>
                  </a:lnTo>
                  <a:lnTo>
                    <a:pt x="135813" y="267273"/>
                  </a:lnTo>
                  <a:lnTo>
                    <a:pt x="91886" y="290930"/>
                  </a:lnTo>
                  <a:lnTo>
                    <a:pt x="46484" y="312082"/>
                  </a:lnTo>
                  <a:lnTo>
                    <a:pt x="0" y="330517"/>
                  </a:lnTo>
                  <a:lnTo>
                    <a:pt x="28358" y="345079"/>
                  </a:lnTo>
                  <a:lnTo>
                    <a:pt x="36145" y="348058"/>
                  </a:lnTo>
                  <a:lnTo>
                    <a:pt x="59979" y="355676"/>
                  </a:lnTo>
                  <a:lnTo>
                    <a:pt x="68751" y="357754"/>
                  </a:lnTo>
                  <a:lnTo>
                    <a:pt x="99204" y="361151"/>
                  </a:lnTo>
                  <a:lnTo>
                    <a:pt x="133626" y="357211"/>
                  </a:lnTo>
                  <a:lnTo>
                    <a:pt x="182789" y="338538"/>
                  </a:lnTo>
                  <a:lnTo>
                    <a:pt x="218286" y="317229"/>
                  </a:lnTo>
                  <a:lnTo>
                    <a:pt x="252573" y="289990"/>
                  </a:lnTo>
                  <a:lnTo>
                    <a:pt x="285395" y="257394"/>
                  </a:lnTo>
                  <a:lnTo>
                    <a:pt x="316351" y="220008"/>
                  </a:lnTo>
                  <a:lnTo>
                    <a:pt x="344995" y="178401"/>
                  </a:lnTo>
                  <a:lnTo>
                    <a:pt x="370858" y="133139"/>
                  </a:lnTo>
                  <a:lnTo>
                    <a:pt x="393458" y="84793"/>
                  </a:lnTo>
                  <a:lnTo>
                    <a:pt x="412305" y="33936"/>
                  </a:lnTo>
                  <a:lnTo>
                    <a:pt x="420647" y="6894"/>
                  </a:lnTo>
                  <a:lnTo>
                    <a:pt x="422323" y="0"/>
                  </a:lnTo>
                  <a:close/>
                </a:path>
              </a:pathLst>
            </a:custGeom>
            <a:solidFill>
              <a:srgbClr val="5D1B42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dirty="0"/>
            </a:p>
          </p:txBody>
        </p:sp>
        <p:sp>
          <p:nvSpPr>
            <p:cNvPr id="7" name="Graphic 4930">
              <a:extLst>
                <a:ext uri="{FF2B5EF4-FFF2-40B4-BE49-F238E27FC236}">
                  <a16:creationId xmlns:a16="http://schemas.microsoft.com/office/drawing/2014/main" id="{ABB45637-CEE1-75FC-C0B5-911A9EF54B6B}"/>
                </a:ext>
              </a:extLst>
            </p:cNvPr>
            <p:cNvSpPr/>
            <p:nvPr userDrawn="1"/>
          </p:nvSpPr>
          <p:spPr>
            <a:xfrm>
              <a:off x="836476" y="535192"/>
              <a:ext cx="13970" cy="20955"/>
            </a:xfrm>
            <a:custGeom>
              <a:avLst/>
              <a:gdLst/>
              <a:ahLst/>
              <a:cxnLst/>
              <a:rect l="l" t="t" r="r" b="b"/>
              <a:pathLst>
                <a:path w="13970" h="20955">
                  <a:moveTo>
                    <a:pt x="13749" y="0"/>
                  </a:moveTo>
                  <a:lnTo>
                    <a:pt x="9664" y="3874"/>
                  </a:lnTo>
                  <a:lnTo>
                    <a:pt x="4864" y="8269"/>
                  </a:lnTo>
                  <a:lnTo>
                    <a:pt x="0" y="12548"/>
                  </a:lnTo>
                  <a:lnTo>
                    <a:pt x="4178" y="15190"/>
                  </a:lnTo>
                  <a:lnTo>
                    <a:pt x="12293" y="20421"/>
                  </a:lnTo>
                  <a:lnTo>
                    <a:pt x="12918" y="16234"/>
                  </a:lnTo>
                  <a:lnTo>
                    <a:pt x="13749" y="0"/>
                  </a:lnTo>
                  <a:close/>
                </a:path>
              </a:pathLst>
            </a:custGeom>
            <a:solidFill>
              <a:srgbClr val="672149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dirty="0"/>
            </a:p>
          </p:txBody>
        </p:sp>
        <p:pic>
          <p:nvPicPr>
            <p:cNvPr id="8" name="Image 4931">
              <a:extLst>
                <a:ext uri="{FF2B5EF4-FFF2-40B4-BE49-F238E27FC236}">
                  <a16:creationId xmlns:a16="http://schemas.microsoft.com/office/drawing/2014/main" id="{28EF3D6B-F6EB-F0C8-F33A-7712541EB50C}"/>
                </a:ext>
              </a:extLst>
            </p:cNvPr>
            <p:cNvPicPr/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4089" y="587015"/>
              <a:ext cx="161206" cy="185116"/>
            </a:xfrm>
            <a:prstGeom prst="rect">
              <a:avLst/>
            </a:prstGeom>
          </p:spPr>
        </p:pic>
        <p:sp>
          <p:nvSpPr>
            <p:cNvPr id="9" name="Graphic 4932">
              <a:extLst>
                <a:ext uri="{FF2B5EF4-FFF2-40B4-BE49-F238E27FC236}">
                  <a16:creationId xmlns:a16="http://schemas.microsoft.com/office/drawing/2014/main" id="{4C8A6029-4475-5E1F-1256-8D563657FB24}"/>
                </a:ext>
              </a:extLst>
            </p:cNvPr>
            <p:cNvSpPr/>
            <p:nvPr userDrawn="1"/>
          </p:nvSpPr>
          <p:spPr>
            <a:xfrm>
              <a:off x="235386" y="547742"/>
              <a:ext cx="613410" cy="426084"/>
            </a:xfrm>
            <a:custGeom>
              <a:avLst/>
              <a:gdLst/>
              <a:ahLst/>
              <a:cxnLst/>
              <a:rect l="l" t="t" r="r" b="b"/>
              <a:pathLst>
                <a:path w="613410" h="426084">
                  <a:moveTo>
                    <a:pt x="99907" y="114858"/>
                  </a:moveTo>
                  <a:lnTo>
                    <a:pt x="73582" y="141145"/>
                  </a:lnTo>
                  <a:lnTo>
                    <a:pt x="48092" y="168236"/>
                  </a:lnTo>
                  <a:lnTo>
                    <a:pt x="23453" y="196118"/>
                  </a:lnTo>
                  <a:lnTo>
                    <a:pt x="0" y="224390"/>
                  </a:lnTo>
                  <a:lnTo>
                    <a:pt x="6763" y="237206"/>
                  </a:lnTo>
                  <a:lnTo>
                    <a:pt x="35494" y="285452"/>
                  </a:lnTo>
                  <a:lnTo>
                    <a:pt x="66958" y="328794"/>
                  </a:lnTo>
                  <a:lnTo>
                    <a:pt x="100674" y="366886"/>
                  </a:lnTo>
                  <a:lnTo>
                    <a:pt x="136114" y="399184"/>
                  </a:lnTo>
                  <a:lnTo>
                    <a:pt x="172707" y="424732"/>
                  </a:lnTo>
                  <a:lnTo>
                    <a:pt x="174490" y="425648"/>
                  </a:lnTo>
                  <a:lnTo>
                    <a:pt x="220974" y="407213"/>
                  </a:lnTo>
                  <a:lnTo>
                    <a:pt x="266376" y="386061"/>
                  </a:lnTo>
                  <a:lnTo>
                    <a:pt x="310303" y="362404"/>
                  </a:lnTo>
                  <a:lnTo>
                    <a:pt x="352664" y="336334"/>
                  </a:lnTo>
                  <a:lnTo>
                    <a:pt x="393367" y="307943"/>
                  </a:lnTo>
                  <a:lnTo>
                    <a:pt x="432320" y="277323"/>
                  </a:lnTo>
                  <a:lnTo>
                    <a:pt x="469430" y="244567"/>
                  </a:lnTo>
                  <a:lnTo>
                    <a:pt x="504606" y="209766"/>
                  </a:lnTo>
                  <a:lnTo>
                    <a:pt x="537755" y="173012"/>
                  </a:lnTo>
                  <a:lnTo>
                    <a:pt x="568681" y="134531"/>
                  </a:lnTo>
                  <a:lnTo>
                    <a:pt x="243671" y="134531"/>
                  </a:lnTo>
                  <a:lnTo>
                    <a:pt x="206640" y="133203"/>
                  </a:lnTo>
                  <a:lnTo>
                    <a:pt x="170279" y="129428"/>
                  </a:lnTo>
                  <a:lnTo>
                    <a:pt x="134673" y="123286"/>
                  </a:lnTo>
                  <a:lnTo>
                    <a:pt x="99907" y="114858"/>
                  </a:lnTo>
                  <a:close/>
                </a:path>
                <a:path w="613410" h="426084">
                  <a:moveTo>
                    <a:pt x="370772" y="119722"/>
                  </a:moveTo>
                  <a:lnTo>
                    <a:pt x="340384" y="126074"/>
                  </a:lnTo>
                  <a:lnTo>
                    <a:pt x="309395" y="130694"/>
                  </a:lnTo>
                  <a:lnTo>
                    <a:pt x="277855" y="133529"/>
                  </a:lnTo>
                  <a:lnTo>
                    <a:pt x="245817" y="134531"/>
                  </a:lnTo>
                  <a:lnTo>
                    <a:pt x="568681" y="134531"/>
                  </a:lnTo>
                  <a:lnTo>
                    <a:pt x="576787" y="123189"/>
                  </a:lnTo>
                  <a:lnTo>
                    <a:pt x="380396" y="123186"/>
                  </a:lnTo>
                  <a:lnTo>
                    <a:pt x="375052" y="121856"/>
                  </a:lnTo>
                  <a:lnTo>
                    <a:pt x="370772" y="119722"/>
                  </a:lnTo>
                  <a:close/>
                </a:path>
                <a:path w="613410" h="426084">
                  <a:moveTo>
                    <a:pt x="601087" y="0"/>
                  </a:moveTo>
                  <a:lnTo>
                    <a:pt x="572485" y="23529"/>
                  </a:lnTo>
                  <a:lnTo>
                    <a:pt x="542291" y="45077"/>
                  </a:lnTo>
                  <a:lnTo>
                    <a:pt x="510599" y="64545"/>
                  </a:lnTo>
                  <a:lnTo>
                    <a:pt x="477503" y="81838"/>
                  </a:lnTo>
                  <a:lnTo>
                    <a:pt x="477503" y="89623"/>
                  </a:lnTo>
                  <a:lnTo>
                    <a:pt x="444078" y="123186"/>
                  </a:lnTo>
                  <a:lnTo>
                    <a:pt x="380412" y="123189"/>
                  </a:lnTo>
                  <a:lnTo>
                    <a:pt x="576789" y="123186"/>
                  </a:lnTo>
                  <a:lnTo>
                    <a:pt x="596810" y="95134"/>
                  </a:lnTo>
                  <a:lnTo>
                    <a:pt x="605531" y="59256"/>
                  </a:lnTo>
                  <a:lnTo>
                    <a:pt x="606193" y="56031"/>
                  </a:lnTo>
                  <a:lnTo>
                    <a:pt x="613382" y="7873"/>
                  </a:lnTo>
                  <a:lnTo>
                    <a:pt x="609418" y="5295"/>
                  </a:lnTo>
                  <a:lnTo>
                    <a:pt x="601087" y="0"/>
                  </a:lnTo>
                  <a:close/>
                </a:path>
              </a:pathLst>
            </a:custGeom>
            <a:solidFill>
              <a:srgbClr val="551C3C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dirty="0"/>
            </a:p>
          </p:txBody>
        </p:sp>
        <p:sp>
          <p:nvSpPr>
            <p:cNvPr id="10" name="Graphic 4933">
              <a:extLst>
                <a:ext uri="{FF2B5EF4-FFF2-40B4-BE49-F238E27FC236}">
                  <a16:creationId xmlns:a16="http://schemas.microsoft.com/office/drawing/2014/main" id="{6E145B8F-96B0-9B19-7590-C5F4BB6B7E85}"/>
                </a:ext>
              </a:extLst>
            </p:cNvPr>
            <p:cNvSpPr/>
            <p:nvPr userDrawn="1"/>
          </p:nvSpPr>
          <p:spPr>
            <a:xfrm>
              <a:off x="0" y="0"/>
              <a:ext cx="838200" cy="447675"/>
            </a:xfrm>
            <a:custGeom>
              <a:avLst/>
              <a:gdLst/>
              <a:ahLst/>
              <a:cxnLst/>
              <a:rect l="l" t="t" r="r" b="b"/>
              <a:pathLst>
                <a:path w="838200" h="447675">
                  <a:moveTo>
                    <a:pt x="218586" y="353777"/>
                  </a:moveTo>
                  <a:lnTo>
                    <a:pt x="162717" y="353777"/>
                  </a:lnTo>
                  <a:lnTo>
                    <a:pt x="165698" y="354082"/>
                  </a:lnTo>
                  <a:lnTo>
                    <a:pt x="168026" y="354590"/>
                  </a:lnTo>
                  <a:lnTo>
                    <a:pt x="169334" y="354590"/>
                  </a:lnTo>
                  <a:lnTo>
                    <a:pt x="217254" y="355549"/>
                  </a:lnTo>
                  <a:lnTo>
                    <a:pt x="264728" y="358287"/>
                  </a:lnTo>
                  <a:lnTo>
                    <a:pt x="311714" y="362771"/>
                  </a:lnTo>
                  <a:lnTo>
                    <a:pt x="356756" y="368778"/>
                  </a:lnTo>
                  <a:lnTo>
                    <a:pt x="354879" y="366600"/>
                  </a:lnTo>
                  <a:lnTo>
                    <a:pt x="311948" y="354053"/>
                  </a:lnTo>
                  <a:lnTo>
                    <a:pt x="219905" y="354044"/>
                  </a:lnTo>
                  <a:lnTo>
                    <a:pt x="218586" y="353777"/>
                  </a:lnTo>
                  <a:close/>
                </a:path>
                <a:path w="838200" h="447675">
                  <a:moveTo>
                    <a:pt x="159981" y="236118"/>
                  </a:moveTo>
                  <a:lnTo>
                    <a:pt x="29959" y="236118"/>
                  </a:lnTo>
                  <a:lnTo>
                    <a:pt x="18302" y="238472"/>
                  </a:lnTo>
                  <a:lnTo>
                    <a:pt x="8778" y="244890"/>
                  </a:lnTo>
                  <a:lnTo>
                    <a:pt x="2355" y="254409"/>
                  </a:lnTo>
                  <a:lnTo>
                    <a:pt x="0" y="266064"/>
                  </a:lnTo>
                  <a:lnTo>
                    <a:pt x="111" y="324670"/>
                  </a:lnTo>
                  <a:lnTo>
                    <a:pt x="2355" y="335779"/>
                  </a:lnTo>
                  <a:lnTo>
                    <a:pt x="8778" y="345301"/>
                  </a:lnTo>
                  <a:lnTo>
                    <a:pt x="18302" y="351721"/>
                  </a:lnTo>
                  <a:lnTo>
                    <a:pt x="29959" y="354075"/>
                  </a:lnTo>
                  <a:lnTo>
                    <a:pt x="153815" y="354075"/>
                  </a:lnTo>
                  <a:lnTo>
                    <a:pt x="155821" y="353879"/>
                  </a:lnTo>
                  <a:lnTo>
                    <a:pt x="157789" y="353777"/>
                  </a:lnTo>
                  <a:lnTo>
                    <a:pt x="218586" y="353777"/>
                  </a:lnTo>
                  <a:lnTo>
                    <a:pt x="208255" y="351688"/>
                  </a:lnTo>
                  <a:lnTo>
                    <a:pt x="198736" y="345263"/>
                  </a:lnTo>
                  <a:lnTo>
                    <a:pt x="192314" y="335736"/>
                  </a:lnTo>
                  <a:lnTo>
                    <a:pt x="190079" y="324670"/>
                  </a:lnTo>
                  <a:lnTo>
                    <a:pt x="189957" y="266064"/>
                  </a:lnTo>
                  <a:lnTo>
                    <a:pt x="187601" y="254408"/>
                  </a:lnTo>
                  <a:lnTo>
                    <a:pt x="181174" y="244887"/>
                  </a:lnTo>
                  <a:lnTo>
                    <a:pt x="171648" y="238472"/>
                  </a:lnTo>
                  <a:lnTo>
                    <a:pt x="159981" y="236118"/>
                  </a:lnTo>
                  <a:close/>
                </a:path>
                <a:path w="838200" h="447675">
                  <a:moveTo>
                    <a:pt x="461352" y="0"/>
                  </a:moveTo>
                  <a:lnTo>
                    <a:pt x="399199" y="0"/>
                  </a:lnTo>
                  <a:lnTo>
                    <a:pt x="382752" y="4445"/>
                  </a:lnTo>
                  <a:lnTo>
                    <a:pt x="374307" y="14224"/>
                  </a:lnTo>
                  <a:lnTo>
                    <a:pt x="371195" y="24002"/>
                  </a:lnTo>
                  <a:lnTo>
                    <a:pt x="370757" y="28380"/>
                  </a:lnTo>
                  <a:lnTo>
                    <a:pt x="370851" y="165830"/>
                  </a:lnTo>
                  <a:lnTo>
                    <a:pt x="371247" y="199171"/>
                  </a:lnTo>
                  <a:lnTo>
                    <a:pt x="371360" y="282752"/>
                  </a:lnTo>
                  <a:lnTo>
                    <a:pt x="376092" y="305831"/>
                  </a:lnTo>
                  <a:lnTo>
                    <a:pt x="388852" y="324671"/>
                  </a:lnTo>
                  <a:lnTo>
                    <a:pt x="407740" y="337368"/>
                  </a:lnTo>
                  <a:lnTo>
                    <a:pt x="430860" y="342023"/>
                  </a:lnTo>
                  <a:lnTo>
                    <a:pt x="565518" y="342023"/>
                  </a:lnTo>
                  <a:lnTo>
                    <a:pt x="577180" y="344381"/>
                  </a:lnTo>
                  <a:lnTo>
                    <a:pt x="586703" y="350808"/>
                  </a:lnTo>
                  <a:lnTo>
                    <a:pt x="593126" y="360337"/>
                  </a:lnTo>
                  <a:lnTo>
                    <a:pt x="595482" y="372002"/>
                  </a:lnTo>
                  <a:lnTo>
                    <a:pt x="595482" y="429494"/>
                  </a:lnTo>
                  <a:lnTo>
                    <a:pt x="607195" y="433811"/>
                  </a:lnTo>
                  <a:lnTo>
                    <a:pt x="618858" y="438245"/>
                  </a:lnTo>
                  <a:lnTo>
                    <a:pt x="630467" y="442793"/>
                  </a:lnTo>
                  <a:lnTo>
                    <a:pt x="642015" y="447452"/>
                  </a:lnTo>
                  <a:lnTo>
                    <a:pt x="689550" y="425573"/>
                  </a:lnTo>
                  <a:lnTo>
                    <a:pt x="738195" y="405750"/>
                  </a:lnTo>
                  <a:lnTo>
                    <a:pt x="787883" y="388039"/>
                  </a:lnTo>
                  <a:lnTo>
                    <a:pt x="838120" y="372628"/>
                  </a:lnTo>
                  <a:lnTo>
                    <a:pt x="837080" y="367938"/>
                  </a:lnTo>
                  <a:lnTo>
                    <a:pt x="823779" y="328536"/>
                  </a:lnTo>
                  <a:lnTo>
                    <a:pt x="805632" y="292777"/>
                  </a:lnTo>
                  <a:lnTo>
                    <a:pt x="782236" y="260917"/>
                  </a:lnTo>
                  <a:lnTo>
                    <a:pt x="753189" y="233207"/>
                  </a:lnTo>
                  <a:lnTo>
                    <a:pt x="718090" y="209903"/>
                  </a:lnTo>
                  <a:lnTo>
                    <a:pt x="676537" y="191259"/>
                  </a:lnTo>
                  <a:lnTo>
                    <a:pt x="628129" y="177529"/>
                  </a:lnTo>
                  <a:lnTo>
                    <a:pt x="572468" y="168967"/>
                  </a:lnTo>
                  <a:lnTo>
                    <a:pt x="516525" y="166198"/>
                  </a:lnTo>
                  <a:lnTo>
                    <a:pt x="489793" y="166198"/>
                  </a:lnTo>
                  <a:lnTo>
                    <a:pt x="489776" y="28380"/>
                  </a:lnTo>
                  <a:lnTo>
                    <a:pt x="485355" y="12001"/>
                  </a:lnTo>
                  <a:lnTo>
                    <a:pt x="475576" y="3556"/>
                  </a:lnTo>
                  <a:lnTo>
                    <a:pt x="465797" y="444"/>
                  </a:lnTo>
                  <a:lnTo>
                    <a:pt x="461352" y="0"/>
                  </a:lnTo>
                  <a:close/>
                </a:path>
                <a:path w="838200" h="447675">
                  <a:moveTo>
                    <a:pt x="509084" y="165830"/>
                  </a:moveTo>
                  <a:lnTo>
                    <a:pt x="501375" y="165830"/>
                  </a:lnTo>
                  <a:lnTo>
                    <a:pt x="489793" y="166198"/>
                  </a:lnTo>
                  <a:lnTo>
                    <a:pt x="516525" y="166198"/>
                  </a:lnTo>
                  <a:lnTo>
                    <a:pt x="509084" y="165830"/>
                  </a:lnTo>
                  <a:close/>
                </a:path>
              </a:pathLst>
            </a:custGeom>
            <a:solidFill>
              <a:srgbClr val="A3246C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dirty="0"/>
            </a:p>
          </p:txBody>
        </p:sp>
        <p:pic>
          <p:nvPicPr>
            <p:cNvPr id="11" name="Image 4934">
              <a:extLst>
                <a:ext uri="{FF2B5EF4-FFF2-40B4-BE49-F238E27FC236}">
                  <a16:creationId xmlns:a16="http://schemas.microsoft.com/office/drawing/2014/main" id="{AF78BE22-D554-5411-A269-77A152AB7E75}"/>
                </a:ext>
              </a:extLst>
            </p:cNvPr>
            <p:cNvPicPr/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2011" y="372627"/>
              <a:ext cx="210158" cy="175117"/>
            </a:xfrm>
            <a:prstGeom prst="rect">
              <a:avLst/>
            </a:prstGeom>
          </p:spPr>
        </p:pic>
        <p:sp>
          <p:nvSpPr>
            <p:cNvPr id="12" name="Graphic 4935">
              <a:extLst>
                <a:ext uri="{FF2B5EF4-FFF2-40B4-BE49-F238E27FC236}">
                  <a16:creationId xmlns:a16="http://schemas.microsoft.com/office/drawing/2014/main" id="{D24DE77E-ACDB-B625-A197-2F4DF77ACD55}"/>
                </a:ext>
              </a:extLst>
            </p:cNvPr>
            <p:cNvSpPr/>
            <p:nvPr userDrawn="1"/>
          </p:nvSpPr>
          <p:spPr>
            <a:xfrm>
              <a:off x="166001" y="351370"/>
              <a:ext cx="476250" cy="311785"/>
            </a:xfrm>
            <a:custGeom>
              <a:avLst/>
              <a:gdLst/>
              <a:ahLst/>
              <a:cxnLst/>
              <a:rect l="l" t="t" r="r" b="b"/>
              <a:pathLst>
                <a:path w="476250" h="311785">
                  <a:moveTo>
                    <a:pt x="41795" y="0"/>
                  </a:moveTo>
                  <a:lnTo>
                    <a:pt x="3327" y="3219"/>
                  </a:lnTo>
                  <a:lnTo>
                    <a:pt x="2032" y="3219"/>
                  </a:lnTo>
                  <a:lnTo>
                    <a:pt x="11353" y="5238"/>
                  </a:lnTo>
                  <a:lnTo>
                    <a:pt x="16802" y="11144"/>
                  </a:lnTo>
                  <a:lnTo>
                    <a:pt x="16560" y="22396"/>
                  </a:lnTo>
                  <a:lnTo>
                    <a:pt x="16217" y="23971"/>
                  </a:lnTo>
                  <a:lnTo>
                    <a:pt x="16025" y="24638"/>
                  </a:lnTo>
                  <a:lnTo>
                    <a:pt x="15203" y="28023"/>
                  </a:lnTo>
                  <a:lnTo>
                    <a:pt x="6733" y="67100"/>
                  </a:lnTo>
                  <a:lnTo>
                    <a:pt x="3997" y="83456"/>
                  </a:lnTo>
                  <a:lnTo>
                    <a:pt x="998" y="114261"/>
                  </a:lnTo>
                  <a:lnTo>
                    <a:pt x="0" y="145846"/>
                  </a:lnTo>
                  <a:lnTo>
                    <a:pt x="2679" y="198195"/>
                  </a:lnTo>
                  <a:lnTo>
                    <a:pt x="45048" y="259058"/>
                  </a:lnTo>
                  <a:lnTo>
                    <a:pt x="84675" y="279776"/>
                  </a:lnTo>
                  <a:lnTo>
                    <a:pt x="126148" y="297220"/>
                  </a:lnTo>
                  <a:lnTo>
                    <a:pt x="169291" y="311220"/>
                  </a:lnTo>
                  <a:lnTo>
                    <a:pt x="200082" y="282440"/>
                  </a:lnTo>
                  <a:lnTo>
                    <a:pt x="231878" y="254755"/>
                  </a:lnTo>
                  <a:lnTo>
                    <a:pt x="264647" y="228195"/>
                  </a:lnTo>
                  <a:lnTo>
                    <a:pt x="298357" y="202790"/>
                  </a:lnTo>
                  <a:lnTo>
                    <a:pt x="235292" y="202787"/>
                  </a:lnTo>
                  <a:lnTo>
                    <a:pt x="205359" y="172821"/>
                  </a:lnTo>
                  <a:lnTo>
                    <a:pt x="205333" y="50190"/>
                  </a:lnTo>
                  <a:lnTo>
                    <a:pt x="201389" y="32228"/>
                  </a:lnTo>
                  <a:lnTo>
                    <a:pt x="168986" y="5468"/>
                  </a:lnTo>
                  <a:lnTo>
                    <a:pt x="145821" y="2667"/>
                  </a:lnTo>
                  <a:lnTo>
                    <a:pt x="53898" y="2667"/>
                  </a:lnTo>
                  <a:lnTo>
                    <a:pt x="42256" y="311"/>
                  </a:lnTo>
                  <a:lnTo>
                    <a:pt x="41795" y="0"/>
                  </a:lnTo>
                  <a:close/>
                </a:path>
                <a:path w="476250" h="311785">
                  <a:moveTo>
                    <a:pt x="15289" y="27626"/>
                  </a:moveTo>
                  <a:lnTo>
                    <a:pt x="9000" y="53545"/>
                  </a:lnTo>
                  <a:lnTo>
                    <a:pt x="6733" y="67100"/>
                  </a:lnTo>
                  <a:lnTo>
                    <a:pt x="9004" y="53544"/>
                  </a:lnTo>
                  <a:lnTo>
                    <a:pt x="15289" y="27626"/>
                  </a:lnTo>
                  <a:close/>
                </a:path>
                <a:path w="476250" h="311785">
                  <a:moveTo>
                    <a:pt x="15203" y="28023"/>
                  </a:moveTo>
                  <a:lnTo>
                    <a:pt x="9004" y="53545"/>
                  </a:lnTo>
                  <a:lnTo>
                    <a:pt x="6733" y="67100"/>
                  </a:lnTo>
                  <a:lnTo>
                    <a:pt x="15203" y="28023"/>
                  </a:lnTo>
                  <a:close/>
                </a:path>
                <a:path w="476250" h="311785">
                  <a:moveTo>
                    <a:pt x="16573" y="21703"/>
                  </a:moveTo>
                  <a:lnTo>
                    <a:pt x="15289" y="27626"/>
                  </a:lnTo>
                  <a:lnTo>
                    <a:pt x="16016" y="24631"/>
                  </a:lnTo>
                  <a:lnTo>
                    <a:pt x="16217" y="23965"/>
                  </a:lnTo>
                  <a:lnTo>
                    <a:pt x="16559" y="22396"/>
                  </a:lnTo>
                  <a:lnTo>
                    <a:pt x="16573" y="21703"/>
                  </a:lnTo>
                  <a:close/>
                </a:path>
                <a:path w="476250" h="311785">
                  <a:moveTo>
                    <a:pt x="429475" y="78124"/>
                  </a:moveTo>
                  <a:lnTo>
                    <a:pt x="429463" y="120059"/>
                  </a:lnTo>
                  <a:lnTo>
                    <a:pt x="440991" y="113877"/>
                  </a:lnTo>
                  <a:lnTo>
                    <a:pt x="452588" y="107823"/>
                  </a:lnTo>
                  <a:lnTo>
                    <a:pt x="464258" y="101893"/>
                  </a:lnTo>
                  <a:lnTo>
                    <a:pt x="476008" y="96082"/>
                  </a:lnTo>
                  <a:lnTo>
                    <a:pt x="464462" y="91422"/>
                  </a:lnTo>
                  <a:lnTo>
                    <a:pt x="452856" y="86874"/>
                  </a:lnTo>
                  <a:lnTo>
                    <a:pt x="441193" y="82441"/>
                  </a:lnTo>
                  <a:lnTo>
                    <a:pt x="429475" y="78124"/>
                  </a:lnTo>
                  <a:close/>
                </a:path>
              </a:pathLst>
            </a:custGeom>
            <a:solidFill>
              <a:srgbClr val="93236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dirty="0"/>
            </a:p>
          </p:txBody>
        </p:sp>
        <p:sp>
          <p:nvSpPr>
            <p:cNvPr id="13" name="Graphic 4936">
              <a:extLst>
                <a:ext uri="{FF2B5EF4-FFF2-40B4-BE49-F238E27FC236}">
                  <a16:creationId xmlns:a16="http://schemas.microsoft.com/office/drawing/2014/main" id="{7DC62E9C-8968-B425-A140-13EB6E2992D9}"/>
                </a:ext>
              </a:extLst>
            </p:cNvPr>
            <p:cNvSpPr/>
            <p:nvPr userDrawn="1"/>
          </p:nvSpPr>
          <p:spPr>
            <a:xfrm>
              <a:off x="335302" y="447449"/>
              <a:ext cx="501650" cy="234950"/>
            </a:xfrm>
            <a:custGeom>
              <a:avLst/>
              <a:gdLst/>
              <a:ahLst/>
              <a:cxnLst/>
              <a:rect l="l" t="t" r="r" b="b"/>
              <a:pathLst>
                <a:path w="501650" h="234950">
                  <a:moveTo>
                    <a:pt x="129061" y="106712"/>
                  </a:moveTo>
                  <a:lnTo>
                    <a:pt x="95349" y="132118"/>
                  </a:lnTo>
                  <a:lnTo>
                    <a:pt x="62577" y="158680"/>
                  </a:lnTo>
                  <a:lnTo>
                    <a:pt x="30784" y="186365"/>
                  </a:lnTo>
                  <a:lnTo>
                    <a:pt x="0" y="215150"/>
                  </a:lnTo>
                  <a:lnTo>
                    <a:pt x="34764" y="223578"/>
                  </a:lnTo>
                  <a:lnTo>
                    <a:pt x="70367" y="229720"/>
                  </a:lnTo>
                  <a:lnTo>
                    <a:pt x="106727" y="233495"/>
                  </a:lnTo>
                  <a:lnTo>
                    <a:pt x="143763" y="234823"/>
                  </a:lnTo>
                  <a:lnTo>
                    <a:pt x="145910" y="234823"/>
                  </a:lnTo>
                  <a:lnTo>
                    <a:pt x="177941" y="233821"/>
                  </a:lnTo>
                  <a:lnTo>
                    <a:pt x="209476" y="230986"/>
                  </a:lnTo>
                  <a:lnTo>
                    <a:pt x="240464" y="226366"/>
                  </a:lnTo>
                  <a:lnTo>
                    <a:pt x="270852" y="220014"/>
                  </a:lnTo>
                  <a:lnTo>
                    <a:pt x="260889" y="214722"/>
                  </a:lnTo>
                  <a:lnTo>
                    <a:pt x="255773" y="209823"/>
                  </a:lnTo>
                  <a:lnTo>
                    <a:pt x="253888" y="202494"/>
                  </a:lnTo>
                  <a:lnTo>
                    <a:pt x="253619" y="189915"/>
                  </a:lnTo>
                  <a:lnTo>
                    <a:pt x="253619" y="115145"/>
                  </a:lnTo>
                  <a:lnTo>
                    <a:pt x="247218" y="108076"/>
                  </a:lnTo>
                  <a:lnTo>
                    <a:pt x="239052" y="106768"/>
                  </a:lnTo>
                  <a:lnTo>
                    <a:pt x="238404" y="106730"/>
                  </a:lnTo>
                  <a:lnTo>
                    <a:pt x="129061" y="106712"/>
                  </a:lnTo>
                  <a:close/>
                </a:path>
                <a:path w="501650" h="234950">
                  <a:moveTo>
                    <a:pt x="306717" y="0"/>
                  </a:moveTo>
                  <a:lnTo>
                    <a:pt x="271693" y="17795"/>
                  </a:lnTo>
                  <a:lnTo>
                    <a:pt x="260149" y="84261"/>
                  </a:lnTo>
                  <a:lnTo>
                    <a:pt x="260769" y="92760"/>
                  </a:lnTo>
                  <a:lnTo>
                    <a:pt x="267896" y="99527"/>
                  </a:lnTo>
                  <a:lnTo>
                    <a:pt x="276593" y="99898"/>
                  </a:lnTo>
                  <a:lnTo>
                    <a:pt x="344032" y="100009"/>
                  </a:lnTo>
                  <a:lnTo>
                    <a:pt x="363423" y="100536"/>
                  </a:lnTo>
                  <a:lnTo>
                    <a:pt x="373387" y="104206"/>
                  </a:lnTo>
                  <a:lnTo>
                    <a:pt x="377059" y="114167"/>
                  </a:lnTo>
                  <a:lnTo>
                    <a:pt x="377544" y="132118"/>
                  </a:lnTo>
                  <a:lnTo>
                    <a:pt x="377586" y="182129"/>
                  </a:lnTo>
                  <a:lnTo>
                    <a:pt x="410679" y="164837"/>
                  </a:lnTo>
                  <a:lnTo>
                    <a:pt x="442371" y="145368"/>
                  </a:lnTo>
                  <a:lnTo>
                    <a:pt x="472565" y="123821"/>
                  </a:lnTo>
                  <a:lnTo>
                    <a:pt x="501167" y="100291"/>
                  </a:lnTo>
                  <a:lnTo>
                    <a:pt x="454441" y="72151"/>
                  </a:lnTo>
                  <a:lnTo>
                    <a:pt x="406423" y="46021"/>
                  </a:lnTo>
                  <a:lnTo>
                    <a:pt x="357165" y="21953"/>
                  </a:lnTo>
                  <a:lnTo>
                    <a:pt x="306717" y="0"/>
                  </a:lnTo>
                  <a:close/>
                </a:path>
              </a:pathLst>
            </a:custGeom>
            <a:solidFill>
              <a:srgbClr val="6F214D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AU" dirty="0"/>
            </a:p>
          </p:txBody>
        </p:sp>
      </p:grpSp>
      <p:sp>
        <p:nvSpPr>
          <p:cNvPr id="17" name="pci_database_header">
            <a:extLst>
              <a:ext uri="{FF2B5EF4-FFF2-40B4-BE49-F238E27FC236}">
                <a16:creationId xmlns:a16="http://schemas.microsoft.com/office/drawing/2014/main" id="{98FE341B-F63B-8D31-4B4B-7907138EC5B1}"/>
              </a:ext>
            </a:extLst>
          </p:cNvPr>
          <p:cNvSpPr txBox="1"/>
          <p:nvPr userDrawn="1"/>
        </p:nvSpPr>
        <p:spPr>
          <a:xfrm>
            <a:off x="2246062" y="728786"/>
            <a:ext cx="2360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PCI Database of Western Australia</a:t>
            </a:r>
          </a:p>
        </p:txBody>
      </p:sp>
    </p:spTree>
    <p:extLst>
      <p:ext uri="{BB962C8B-B14F-4D97-AF65-F5344CB8AC3E}">
        <p14:creationId xmlns:p14="http://schemas.microsoft.com/office/powerpoint/2010/main" val="264079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F36A85-40C1-99E5-A3BA-3666774AE73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2570" y="5457660"/>
            <a:ext cx="1945149" cy="967854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C39B9-C8C6-2B76-BE87-956DBD5F86B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905632" y="2216893"/>
            <a:ext cx="1916654" cy="61409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DA828-FFB0-A7BA-2F8B-AF0D49FEE4F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7028" y="3500446"/>
            <a:ext cx="1570527" cy="766631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5C07D-A98D-DF62-0C9B-BAA4238D66E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52495" y="8229570"/>
            <a:ext cx="2623018" cy="6207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0EF5F5-7D75-0122-641F-0ACF5C0197B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292060" y="5896551"/>
            <a:ext cx="1465513" cy="673021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D50CFE-DF50-09A4-5E58-2ABFD431215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03232" y="4183842"/>
            <a:ext cx="2672281" cy="454546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6C04CB-0A51-4268-896C-ADCF3E056A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5575" y="6750724"/>
            <a:ext cx="1737432" cy="610343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98833C7-4F68-7FFA-40F5-A320C257F3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028" y="1714499"/>
            <a:ext cx="1266356" cy="855705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024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1434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Segoe UI</vt:lpstr>
      <vt:lpstr>Office Theme</vt:lpstr>
      <vt:lpstr>PowerPoint Presentation</vt:lpstr>
    </vt:vector>
  </TitlesOfParts>
  <Company>Western Australia (WA) Department of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PCI Poster</dc:title>
  <dc:subject>Cardiac Registry of Western Australia (CRoWA)</dc:subject>
  <dc:creator>Gillett, Richard;li;Peter.Li@health.wa.gov.au;Jonathan.Spiro@health.wa.gov.au;Girish.Dwivedi@health.wa.gov.au</dc:creator>
  <cp:keywords>Richard Gillett</cp:keywords>
  <cp:lastModifiedBy>Li, Peter</cp:lastModifiedBy>
  <cp:revision>17</cp:revision>
  <dcterms:created xsi:type="dcterms:W3CDTF">2025-12-08T07:46:39Z</dcterms:created>
  <dcterms:modified xsi:type="dcterms:W3CDTF">2026-10-16T07:40:10Z</dcterms:modified>
  <cp:category>PCI, Quality Improvement (QI)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1c7c89-5258-4350-85e5-a4352e950ee1_Enabled">
    <vt:lpwstr>true</vt:lpwstr>
  </property>
  <property fmtid="{D5CDD505-2E9C-101B-9397-08002B2CF9AE}" pid="3" name="MSIP_Label_7e1c7c89-5258-4350-85e5-a4352e950ee1_SetDate">
    <vt:lpwstr>2026-01-08T13:51:00Z</vt:lpwstr>
  </property>
  <property fmtid="{D5CDD505-2E9C-101B-9397-08002B2CF9AE}" pid="4" name="MSIP_Label_7e1c7c89-5258-4350-85e5-a4352e950ee1_Method">
    <vt:lpwstr>Privileged</vt:lpwstr>
  </property>
  <property fmtid="{D5CDD505-2E9C-101B-9397-08002B2CF9AE}" pid="5" name="MSIP_Label_7e1c7c89-5258-4350-85e5-a4352e950ee1_Name">
    <vt:lpwstr>OFFICIAL [PROD]</vt:lpwstr>
  </property>
  <property fmtid="{D5CDD505-2E9C-101B-9397-08002B2CF9AE}" pid="6" name="MSIP_Label_7e1c7c89-5258-4350-85e5-a4352e950ee1_SiteId">
    <vt:lpwstr>5d26beb9-d730-4343-a251-d170ca86377c</vt:lpwstr>
  </property>
  <property fmtid="{D5CDD505-2E9C-101B-9397-08002B2CF9AE}" pid="7" name="MSIP_Label_7e1c7c89-5258-4350-85e5-a4352e950ee1_ActionId">
    <vt:lpwstr>41b91077-0cae-4856-a973-60582dee6448</vt:lpwstr>
  </property>
  <property fmtid="{D5CDD505-2E9C-101B-9397-08002B2CF9AE}" pid="8" name="MSIP_Label_7e1c7c89-5258-4350-85e5-a4352e950ee1_ContentBits">
    <vt:lpwstr>1</vt:lpwstr>
  </property>
  <property fmtid="{D5CDD505-2E9C-101B-9397-08002B2CF9AE}" pid="9" name="MSIP_Label_7e1c7c89-5258-4350-85e5-a4352e950ee1_Tag">
    <vt:lpwstr>10, 0, 1, 1</vt:lpwstr>
  </property>
  <property fmtid="{D5CDD505-2E9C-101B-9397-08002B2CF9AE}" pid="10" name="ClassificationContentMarkingHeaderLocations">
    <vt:lpwstr>Office Theme:6</vt:lpwstr>
  </property>
  <property fmtid="{D5CDD505-2E9C-101B-9397-08002B2CF9AE}" pid="11" name="ClassificationContentMarkingHeaderText">
    <vt:lpwstr>OFFICIAL</vt:lpwstr>
  </property>
</Properties>
</file>